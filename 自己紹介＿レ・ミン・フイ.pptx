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7" r:id="rId2"/>
    <p:sldId id="257" r:id="rId3"/>
    <p:sldId id="258" r:id="rId4"/>
    <p:sldId id="260" r:id="rId5"/>
    <p:sldId id="265" r:id="rId6"/>
    <p:sldId id="264" r:id="rId7"/>
    <p:sldId id="267" r:id="rId8"/>
    <p:sldId id="269" r:id="rId9"/>
    <p:sldId id="271" r:id="rId10"/>
    <p:sldId id="273" r:id="rId11"/>
    <p:sldId id="275" r:id="rId12"/>
    <p:sldId id="276"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55" autoAdjust="0"/>
    <p:restoredTop sz="94660"/>
  </p:normalViewPr>
  <p:slideViewPr>
    <p:cSldViewPr snapToGrid="0">
      <p:cViewPr varScale="1">
        <p:scale>
          <a:sx n="86" d="100"/>
          <a:sy n="86" d="100"/>
        </p:scale>
        <p:origin x="4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54305-251E-4198-AA8E-3509B8E30DA3}" type="datetimeFigureOut">
              <a:rPr kumimoji="1" lang="ja-JP" altLang="en-US" smtClean="0"/>
              <a:t>2025/11/7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00ECDB-0182-4863-BE63-392BCADACC9C}" type="slidenum">
              <a:rPr kumimoji="1" lang="ja-JP" altLang="en-US" smtClean="0"/>
              <a:t>‹#›</a:t>
            </a:fld>
            <a:endParaRPr kumimoji="1" lang="ja-JP" altLang="en-US"/>
          </a:p>
        </p:txBody>
      </p:sp>
    </p:spTree>
    <p:extLst>
      <p:ext uri="{BB962C8B-B14F-4D97-AF65-F5344CB8AC3E}">
        <p14:creationId xmlns:p14="http://schemas.microsoft.com/office/powerpoint/2010/main" val="25479608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57941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2635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52584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9509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60348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7659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77271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2975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6250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96413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6611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243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712309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2219411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1959009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3637327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203952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1412161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2841562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1445711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1459563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1197812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2563712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
        <p:cNvGrpSpPr/>
        <p:nvPr/>
      </p:nvGrpSpPr>
      <p:grpSpPr>
        <a:xfrm>
          <a:off x="0" y="0"/>
          <a:ext cx="0" cy="0"/>
          <a:chOff x="0" y="0"/>
          <a:chExt cx="0" cy="0"/>
        </a:xfrm>
      </p:grpSpPr>
      <p:sp>
        <p:nvSpPr>
          <p:cNvPr id="13" name="Google Shape;13;p24"/>
          <p:cNvSpPr txBox="1">
            <a:spLocks noGrp="1"/>
          </p:cNvSpPr>
          <p:nvPr>
            <p:ph type="title"/>
          </p:nvPr>
        </p:nvSpPr>
        <p:spPr>
          <a:xfrm>
            <a:off x="7428467" y="573791"/>
            <a:ext cx="40852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14" name="Google Shape;14;p24"/>
          <p:cNvSpPr txBox="1">
            <a:spLocks noGrp="1"/>
          </p:cNvSpPr>
          <p:nvPr>
            <p:ph type="subTitle" idx="1"/>
          </p:nvPr>
        </p:nvSpPr>
        <p:spPr>
          <a:xfrm>
            <a:off x="7428467" y="1174435"/>
            <a:ext cx="3416000" cy="6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 name="Google Shape;15;p24"/>
          <p:cNvSpPr txBox="1">
            <a:spLocks noGrp="1"/>
          </p:cNvSpPr>
          <p:nvPr>
            <p:ph type="title" idx="2"/>
          </p:nvPr>
        </p:nvSpPr>
        <p:spPr>
          <a:xfrm>
            <a:off x="7428467" y="2007357"/>
            <a:ext cx="41148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16" name="Google Shape;16;p24"/>
          <p:cNvSpPr txBox="1">
            <a:spLocks noGrp="1"/>
          </p:cNvSpPr>
          <p:nvPr>
            <p:ph type="subTitle" idx="3"/>
          </p:nvPr>
        </p:nvSpPr>
        <p:spPr>
          <a:xfrm>
            <a:off x="7428467" y="2626512"/>
            <a:ext cx="3416000" cy="6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24"/>
          <p:cNvSpPr txBox="1">
            <a:spLocks noGrp="1"/>
          </p:cNvSpPr>
          <p:nvPr>
            <p:ph type="title" idx="4"/>
          </p:nvPr>
        </p:nvSpPr>
        <p:spPr>
          <a:xfrm>
            <a:off x="7428467" y="3440924"/>
            <a:ext cx="40852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18" name="Google Shape;18;p24"/>
          <p:cNvSpPr txBox="1">
            <a:spLocks noGrp="1"/>
          </p:cNvSpPr>
          <p:nvPr>
            <p:ph type="subTitle" idx="5"/>
          </p:nvPr>
        </p:nvSpPr>
        <p:spPr>
          <a:xfrm>
            <a:off x="7428467" y="4078588"/>
            <a:ext cx="3416000" cy="6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24"/>
          <p:cNvSpPr txBox="1">
            <a:spLocks noGrp="1"/>
          </p:cNvSpPr>
          <p:nvPr>
            <p:ph type="title" idx="6"/>
          </p:nvPr>
        </p:nvSpPr>
        <p:spPr>
          <a:xfrm>
            <a:off x="7428467" y="4874491"/>
            <a:ext cx="40852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20" name="Google Shape;20;p24"/>
          <p:cNvSpPr txBox="1">
            <a:spLocks noGrp="1"/>
          </p:cNvSpPr>
          <p:nvPr>
            <p:ph type="subTitle" idx="7"/>
          </p:nvPr>
        </p:nvSpPr>
        <p:spPr>
          <a:xfrm>
            <a:off x="7428467" y="5530665"/>
            <a:ext cx="3416000" cy="6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 name="Google Shape;21;p24"/>
          <p:cNvSpPr txBox="1">
            <a:spLocks noGrp="1"/>
          </p:cNvSpPr>
          <p:nvPr>
            <p:ph type="title" idx="8"/>
          </p:nvPr>
        </p:nvSpPr>
        <p:spPr>
          <a:xfrm>
            <a:off x="960000" y="487884"/>
            <a:ext cx="26416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4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2" name="Google Shape;22;p24"/>
          <p:cNvSpPr txBox="1">
            <a:spLocks noGrp="1"/>
          </p:cNvSpPr>
          <p:nvPr>
            <p:ph type="title" idx="9"/>
          </p:nvPr>
        </p:nvSpPr>
        <p:spPr>
          <a:xfrm>
            <a:off x="5466033" y="498600"/>
            <a:ext cx="1768000" cy="136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7200" b="1"/>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23" name="Google Shape;23;p24"/>
          <p:cNvSpPr txBox="1">
            <a:spLocks noGrp="1"/>
          </p:cNvSpPr>
          <p:nvPr>
            <p:ph type="title" idx="13"/>
          </p:nvPr>
        </p:nvSpPr>
        <p:spPr>
          <a:xfrm>
            <a:off x="5466033" y="3410400"/>
            <a:ext cx="1768000" cy="136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7200" b="1"/>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24" name="Google Shape;24;p24"/>
          <p:cNvSpPr txBox="1">
            <a:spLocks noGrp="1"/>
          </p:cNvSpPr>
          <p:nvPr>
            <p:ph type="title" idx="14"/>
          </p:nvPr>
        </p:nvSpPr>
        <p:spPr>
          <a:xfrm>
            <a:off x="5466033" y="1954500"/>
            <a:ext cx="1768000" cy="136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7200" b="1"/>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25" name="Google Shape;25;p24"/>
          <p:cNvSpPr txBox="1">
            <a:spLocks noGrp="1"/>
          </p:cNvSpPr>
          <p:nvPr>
            <p:ph type="title" idx="15"/>
          </p:nvPr>
        </p:nvSpPr>
        <p:spPr>
          <a:xfrm>
            <a:off x="5466033" y="4866300"/>
            <a:ext cx="1768000" cy="136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7200" b="1"/>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26" name="Google Shape;26;p24"/>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3465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25"/>
          <p:cNvSpPr txBox="1">
            <a:spLocks noGrp="1"/>
          </p:cNvSpPr>
          <p:nvPr>
            <p:ph type="title"/>
          </p:nvPr>
        </p:nvSpPr>
        <p:spPr>
          <a:xfrm>
            <a:off x="960000" y="491767"/>
            <a:ext cx="102720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4800" b="1"/>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9" name="Google Shape;29;p25"/>
          <p:cNvSpPr txBox="1">
            <a:spLocks noGrp="1"/>
          </p:cNvSpPr>
          <p:nvPr>
            <p:ph type="body" idx="1"/>
          </p:nvPr>
        </p:nvSpPr>
        <p:spPr>
          <a:xfrm>
            <a:off x="1255767" y="1603333"/>
            <a:ext cx="9592000" cy="4520800"/>
          </a:xfrm>
          <a:prstGeom prst="rect">
            <a:avLst/>
          </a:prstGeom>
          <a:noFill/>
          <a:ln>
            <a:noFill/>
          </a:ln>
        </p:spPr>
        <p:txBody>
          <a:bodyPr spcFirstLastPara="1" wrap="square" lIns="91425" tIns="91425" rIns="91425" bIns="91425" anchor="t" anchorCtr="0">
            <a:noAutofit/>
          </a:bodyPr>
          <a:lstStyle>
            <a:lvl1pPr marL="609585" lvl="0" indent="-457189" algn="l">
              <a:lnSpc>
                <a:spcPct val="90000"/>
              </a:lnSpc>
              <a:spcBef>
                <a:spcPts val="0"/>
              </a:spcBef>
              <a:spcAft>
                <a:spcPts val="0"/>
              </a:spcAft>
              <a:buClr>
                <a:schemeClr val="accent1"/>
              </a:buClr>
              <a:buSzPts val="1800"/>
              <a:buFont typeface="Livvic"/>
              <a:buAutoNum type="arabicPeriod"/>
              <a:defRPr sz="1600">
                <a:solidFill>
                  <a:srgbClr val="434343"/>
                </a:solidFill>
              </a:defRPr>
            </a:lvl1pPr>
            <a:lvl2pPr marL="1219170" lvl="1" indent="-423323" algn="l">
              <a:lnSpc>
                <a:spcPct val="115000"/>
              </a:lnSpc>
              <a:spcBef>
                <a:spcPts val="0"/>
              </a:spcBef>
              <a:spcAft>
                <a:spcPts val="0"/>
              </a:spcAft>
              <a:buClr>
                <a:srgbClr val="15325B"/>
              </a:buClr>
              <a:buSzPts val="1400"/>
              <a:buFont typeface="Darker Grotesque SemiBold"/>
              <a:buAutoNum type="alphaLcPeriod"/>
              <a:defRPr>
                <a:solidFill>
                  <a:srgbClr val="434343"/>
                </a:solidFill>
              </a:defRPr>
            </a:lvl2pPr>
            <a:lvl3pPr marL="1828754" lvl="2" indent="-423323" algn="l">
              <a:lnSpc>
                <a:spcPct val="115000"/>
              </a:lnSpc>
              <a:spcBef>
                <a:spcPts val="0"/>
              </a:spcBef>
              <a:spcAft>
                <a:spcPts val="0"/>
              </a:spcAft>
              <a:buClr>
                <a:srgbClr val="15325B"/>
              </a:buClr>
              <a:buSzPts val="1400"/>
              <a:buFont typeface="Darker Grotesque SemiBold"/>
              <a:buAutoNum type="romanLcPeriod"/>
              <a:defRPr>
                <a:solidFill>
                  <a:srgbClr val="434343"/>
                </a:solidFill>
              </a:defRPr>
            </a:lvl3pPr>
            <a:lvl4pPr marL="2438339" lvl="3" indent="-423323" algn="l">
              <a:lnSpc>
                <a:spcPct val="115000"/>
              </a:lnSpc>
              <a:spcBef>
                <a:spcPts val="0"/>
              </a:spcBef>
              <a:spcAft>
                <a:spcPts val="0"/>
              </a:spcAft>
              <a:buClr>
                <a:srgbClr val="15325B"/>
              </a:buClr>
              <a:buSzPts val="1400"/>
              <a:buFont typeface="Darker Grotesque SemiBold"/>
              <a:buAutoNum type="arabicPeriod"/>
              <a:defRPr>
                <a:solidFill>
                  <a:srgbClr val="434343"/>
                </a:solidFill>
              </a:defRPr>
            </a:lvl4pPr>
            <a:lvl5pPr marL="3047924" lvl="4" indent="-423323" algn="l">
              <a:lnSpc>
                <a:spcPct val="115000"/>
              </a:lnSpc>
              <a:spcBef>
                <a:spcPts val="0"/>
              </a:spcBef>
              <a:spcAft>
                <a:spcPts val="0"/>
              </a:spcAft>
              <a:buClr>
                <a:srgbClr val="15325B"/>
              </a:buClr>
              <a:buSzPts val="1400"/>
              <a:buFont typeface="Darker Grotesque SemiBold"/>
              <a:buAutoNum type="alphaLcPeriod"/>
              <a:defRPr>
                <a:solidFill>
                  <a:srgbClr val="434343"/>
                </a:solidFill>
              </a:defRPr>
            </a:lvl5pPr>
            <a:lvl6pPr marL="3657509" lvl="5" indent="-423323" algn="l">
              <a:lnSpc>
                <a:spcPct val="115000"/>
              </a:lnSpc>
              <a:spcBef>
                <a:spcPts val="0"/>
              </a:spcBef>
              <a:spcAft>
                <a:spcPts val="0"/>
              </a:spcAft>
              <a:buClr>
                <a:srgbClr val="15325B"/>
              </a:buClr>
              <a:buSzPts val="1400"/>
              <a:buFont typeface="Darker Grotesque SemiBold"/>
              <a:buAutoNum type="romanLcPeriod"/>
              <a:defRPr>
                <a:solidFill>
                  <a:srgbClr val="434343"/>
                </a:solidFill>
              </a:defRPr>
            </a:lvl6pPr>
            <a:lvl7pPr marL="4267093" lvl="6" indent="-423323" algn="l">
              <a:lnSpc>
                <a:spcPct val="115000"/>
              </a:lnSpc>
              <a:spcBef>
                <a:spcPts val="0"/>
              </a:spcBef>
              <a:spcAft>
                <a:spcPts val="0"/>
              </a:spcAft>
              <a:buClr>
                <a:srgbClr val="15325B"/>
              </a:buClr>
              <a:buSzPts val="1400"/>
              <a:buFont typeface="Darker Grotesque SemiBold"/>
              <a:buAutoNum type="arabicPeriod"/>
              <a:defRPr>
                <a:solidFill>
                  <a:srgbClr val="434343"/>
                </a:solidFill>
              </a:defRPr>
            </a:lvl7pPr>
            <a:lvl8pPr marL="4876678" lvl="7" indent="-423323" algn="l">
              <a:lnSpc>
                <a:spcPct val="115000"/>
              </a:lnSpc>
              <a:spcBef>
                <a:spcPts val="0"/>
              </a:spcBef>
              <a:spcAft>
                <a:spcPts val="0"/>
              </a:spcAft>
              <a:buClr>
                <a:srgbClr val="15325B"/>
              </a:buClr>
              <a:buSzPts val="1400"/>
              <a:buFont typeface="Darker Grotesque SemiBold"/>
              <a:buAutoNum type="alphaLcPeriod"/>
              <a:defRPr>
                <a:solidFill>
                  <a:srgbClr val="434343"/>
                </a:solidFill>
              </a:defRPr>
            </a:lvl8pPr>
            <a:lvl9pPr marL="5486263" lvl="8" indent="-423323" algn="l">
              <a:lnSpc>
                <a:spcPct val="115000"/>
              </a:lnSpc>
              <a:spcBef>
                <a:spcPts val="0"/>
              </a:spcBef>
              <a:spcAft>
                <a:spcPts val="0"/>
              </a:spcAft>
              <a:buClr>
                <a:srgbClr val="15325B"/>
              </a:buClr>
              <a:buSzPts val="1400"/>
              <a:buFont typeface="Darker Grotesque SemiBold"/>
              <a:buAutoNum type="romanLcPeriod"/>
              <a:defRPr>
                <a:solidFill>
                  <a:srgbClr val="434343"/>
                </a:solidFill>
              </a:defRPr>
            </a:lvl9pPr>
          </a:lstStyle>
          <a:p>
            <a:endParaRPr/>
          </a:p>
        </p:txBody>
      </p:sp>
      <p:sp>
        <p:nvSpPr>
          <p:cNvPr id="30" name="Google Shape;30;p25"/>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88459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947667" y="4506700"/>
            <a:ext cx="24068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33" name="Google Shape;33;p26"/>
          <p:cNvSpPr txBox="1">
            <a:spLocks noGrp="1"/>
          </p:cNvSpPr>
          <p:nvPr>
            <p:ph type="subTitle" idx="1"/>
          </p:nvPr>
        </p:nvSpPr>
        <p:spPr>
          <a:xfrm>
            <a:off x="947667" y="5047396"/>
            <a:ext cx="4621200" cy="10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26"/>
          <p:cNvSpPr txBox="1">
            <a:spLocks noGrp="1"/>
          </p:cNvSpPr>
          <p:nvPr>
            <p:ph type="title" idx="2"/>
          </p:nvPr>
        </p:nvSpPr>
        <p:spPr>
          <a:xfrm>
            <a:off x="947667" y="1630833"/>
            <a:ext cx="24068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35" name="Google Shape;35;p26"/>
          <p:cNvSpPr txBox="1">
            <a:spLocks noGrp="1"/>
          </p:cNvSpPr>
          <p:nvPr>
            <p:ph type="subTitle" idx="3"/>
          </p:nvPr>
        </p:nvSpPr>
        <p:spPr>
          <a:xfrm>
            <a:off x="947667" y="2170533"/>
            <a:ext cx="4621200" cy="10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6" name="Google Shape;36;p26"/>
          <p:cNvSpPr txBox="1">
            <a:spLocks noGrp="1"/>
          </p:cNvSpPr>
          <p:nvPr>
            <p:ph type="title" idx="4"/>
          </p:nvPr>
        </p:nvSpPr>
        <p:spPr>
          <a:xfrm>
            <a:off x="947667" y="3068284"/>
            <a:ext cx="2406800" cy="70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3200"/>
            </a:lvl1pPr>
            <a:lvl2pPr lvl="1" algn="ctr">
              <a:lnSpc>
                <a:spcPct val="100000"/>
              </a:lnSpc>
              <a:spcBef>
                <a:spcPts val="0"/>
              </a:spcBef>
              <a:spcAft>
                <a:spcPts val="0"/>
              </a:spcAft>
              <a:buSzPts val="2500"/>
              <a:buNone/>
              <a:defRPr sz="3333"/>
            </a:lvl2pPr>
            <a:lvl3pPr lvl="2" algn="ctr">
              <a:lnSpc>
                <a:spcPct val="100000"/>
              </a:lnSpc>
              <a:spcBef>
                <a:spcPts val="0"/>
              </a:spcBef>
              <a:spcAft>
                <a:spcPts val="0"/>
              </a:spcAft>
              <a:buSzPts val="2500"/>
              <a:buNone/>
              <a:defRPr sz="3333"/>
            </a:lvl3pPr>
            <a:lvl4pPr lvl="3" algn="ctr">
              <a:lnSpc>
                <a:spcPct val="100000"/>
              </a:lnSpc>
              <a:spcBef>
                <a:spcPts val="0"/>
              </a:spcBef>
              <a:spcAft>
                <a:spcPts val="0"/>
              </a:spcAft>
              <a:buSzPts val="2500"/>
              <a:buNone/>
              <a:defRPr sz="3333"/>
            </a:lvl4pPr>
            <a:lvl5pPr lvl="4" algn="ctr">
              <a:lnSpc>
                <a:spcPct val="100000"/>
              </a:lnSpc>
              <a:spcBef>
                <a:spcPts val="0"/>
              </a:spcBef>
              <a:spcAft>
                <a:spcPts val="0"/>
              </a:spcAft>
              <a:buSzPts val="2500"/>
              <a:buNone/>
              <a:defRPr sz="3333"/>
            </a:lvl5pPr>
            <a:lvl6pPr lvl="5" algn="ctr">
              <a:lnSpc>
                <a:spcPct val="100000"/>
              </a:lnSpc>
              <a:spcBef>
                <a:spcPts val="0"/>
              </a:spcBef>
              <a:spcAft>
                <a:spcPts val="0"/>
              </a:spcAft>
              <a:buSzPts val="2500"/>
              <a:buNone/>
              <a:defRPr sz="3333"/>
            </a:lvl6pPr>
            <a:lvl7pPr lvl="6" algn="ctr">
              <a:lnSpc>
                <a:spcPct val="100000"/>
              </a:lnSpc>
              <a:spcBef>
                <a:spcPts val="0"/>
              </a:spcBef>
              <a:spcAft>
                <a:spcPts val="0"/>
              </a:spcAft>
              <a:buSzPts val="2500"/>
              <a:buNone/>
              <a:defRPr sz="3333"/>
            </a:lvl7pPr>
            <a:lvl8pPr lvl="7" algn="ctr">
              <a:lnSpc>
                <a:spcPct val="100000"/>
              </a:lnSpc>
              <a:spcBef>
                <a:spcPts val="0"/>
              </a:spcBef>
              <a:spcAft>
                <a:spcPts val="0"/>
              </a:spcAft>
              <a:buSzPts val="2500"/>
              <a:buNone/>
              <a:defRPr sz="3333"/>
            </a:lvl8pPr>
            <a:lvl9pPr lvl="8" algn="ctr">
              <a:lnSpc>
                <a:spcPct val="100000"/>
              </a:lnSpc>
              <a:spcBef>
                <a:spcPts val="0"/>
              </a:spcBef>
              <a:spcAft>
                <a:spcPts val="0"/>
              </a:spcAft>
              <a:buSzPts val="2500"/>
              <a:buNone/>
              <a:defRPr sz="3333"/>
            </a:lvl9pPr>
          </a:lstStyle>
          <a:p>
            <a:endParaRPr/>
          </a:p>
        </p:txBody>
      </p:sp>
      <p:sp>
        <p:nvSpPr>
          <p:cNvPr id="37" name="Google Shape;37;p26"/>
          <p:cNvSpPr txBox="1">
            <a:spLocks noGrp="1"/>
          </p:cNvSpPr>
          <p:nvPr>
            <p:ph type="subTitle" idx="5"/>
          </p:nvPr>
        </p:nvSpPr>
        <p:spPr>
          <a:xfrm>
            <a:off x="947667" y="3608972"/>
            <a:ext cx="4621200" cy="10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26"/>
          <p:cNvSpPr txBox="1">
            <a:spLocks noGrp="1"/>
          </p:cNvSpPr>
          <p:nvPr>
            <p:ph type="title" idx="6"/>
          </p:nvPr>
        </p:nvSpPr>
        <p:spPr>
          <a:xfrm>
            <a:off x="947667" y="516333"/>
            <a:ext cx="6299600" cy="10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4800" b="1"/>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9" name="Google Shape;39;p26"/>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17441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76FD6-8C6C-4FC7-B415-5EAE66FEE7B0}" type="datetimeFigureOut">
              <a:rPr kumimoji="1" lang="ja-JP" altLang="en-US" smtClean="0"/>
              <a:t>2025/11/7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871C8-A2F8-461A-A171-6A929CE488DC}" type="slidenum">
              <a:rPr kumimoji="1" lang="ja-JP" altLang="en-US" smtClean="0"/>
              <a:t>‹#›</a:t>
            </a:fld>
            <a:endParaRPr kumimoji="1" lang="ja-JP" altLang="en-US"/>
          </a:p>
        </p:txBody>
      </p:sp>
    </p:spTree>
    <p:extLst>
      <p:ext uri="{BB962C8B-B14F-4D97-AF65-F5344CB8AC3E}">
        <p14:creationId xmlns:p14="http://schemas.microsoft.com/office/powerpoint/2010/main" val="364325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3" name="Google Shape;363;p21"/>
          <p:cNvSpPr txBox="1">
            <a:spLocks noGrp="1"/>
          </p:cNvSpPr>
          <p:nvPr>
            <p:ph type="title"/>
          </p:nvPr>
        </p:nvSpPr>
        <p:spPr>
          <a:xfrm>
            <a:off x="2071457" y="1317224"/>
            <a:ext cx="8049087" cy="4223552"/>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vert="horz" wrap="square" lIns="121900" tIns="121900" rIns="121900" bIns="121900" rtlCol="0" anchor="t" anchorCtr="0">
            <a:noAutofit/>
          </a:bodyPr>
          <a:lstStyle/>
          <a:p>
            <a:pPr algn="ctr">
              <a:lnSpc>
                <a:spcPct val="150000"/>
              </a:lnSpc>
            </a:pPr>
            <a:r>
              <a:rPr lang="ja-JP" altLang="en-US" sz="9600" dirty="0" smtClean="0">
                <a:solidFill>
                  <a:srgbClr val="262626"/>
                </a:solidFill>
                <a:latin typeface="MS Gothic"/>
                <a:ea typeface="MS Gothic"/>
                <a:cs typeface="MS Gothic"/>
                <a:sym typeface="MS Gothic"/>
              </a:rPr>
              <a:t>自己</a:t>
            </a:r>
            <a:r>
              <a:rPr lang="ja-JP" altLang="en-US" sz="9600" dirty="0">
                <a:solidFill>
                  <a:srgbClr val="262626"/>
                </a:solidFill>
                <a:latin typeface="MS Gothic"/>
                <a:ea typeface="MS Gothic"/>
                <a:cs typeface="MS Gothic"/>
                <a:sym typeface="MS Gothic"/>
              </a:rPr>
              <a:t>紹介</a:t>
            </a:r>
            <a:r>
              <a:rPr lang="ja-JP" altLang="en-US" b="1" dirty="0">
                <a:solidFill>
                  <a:srgbClr val="565B70"/>
                </a:solidFill>
                <a:latin typeface="MS Gothic"/>
                <a:ea typeface="MS Gothic"/>
                <a:cs typeface="MS Gothic"/>
                <a:sym typeface="MS Gothic"/>
              </a:rPr>
              <a:t/>
            </a:r>
            <a:br>
              <a:rPr lang="ja-JP" altLang="en-US" b="1" dirty="0">
                <a:solidFill>
                  <a:srgbClr val="565B70"/>
                </a:solidFill>
                <a:latin typeface="MS Gothic"/>
                <a:ea typeface="MS Gothic"/>
                <a:cs typeface="MS Gothic"/>
                <a:sym typeface="MS Gothic"/>
              </a:rPr>
            </a:br>
            <a:r>
              <a:rPr lang="ja-JP" altLang="en-US" sz="7200" dirty="0" smtClean="0">
                <a:solidFill>
                  <a:srgbClr val="202124"/>
                </a:solidFill>
                <a:latin typeface="ＭＳ ゴシック" panose="020B0609070205080204" pitchFamily="49" charset="-128"/>
                <a:ea typeface="ＭＳ ゴシック" panose="020B0609070205080204" pitchFamily="49" charset="-128"/>
                <a:cs typeface="Arimo"/>
                <a:sym typeface="Arimo"/>
              </a:rPr>
              <a:t>レ・ミン・フイ</a:t>
            </a:r>
            <a:endParaRPr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822950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2"/>
          <p:cNvSpPr txBox="1">
            <a:spLocks noGrp="1"/>
          </p:cNvSpPr>
          <p:nvPr>
            <p:ph type="title"/>
          </p:nvPr>
        </p:nvSpPr>
        <p:spPr>
          <a:xfrm>
            <a:off x="5342672" y="693530"/>
            <a:ext cx="3011089" cy="863045"/>
          </a:xfrm>
          <a:prstGeom prst="rect">
            <a:avLst/>
          </a:prstGeom>
          <a:noFill/>
          <a:ln>
            <a:noFill/>
          </a:ln>
        </p:spPr>
        <p:txBody>
          <a:bodyPr spcFirstLastPara="1" vert="horz" wrap="square" lIns="121900" tIns="121900" rIns="121900" bIns="121900" rtlCol="0" anchor="t" anchorCtr="0">
            <a:noAutofit/>
          </a:bodyPr>
          <a:lstStyle/>
          <a:p>
            <a:r>
              <a:rPr lang="ja-JP" altLang="en-US" sz="5333" b="1" dirty="0">
                <a:latin typeface="MS Gothic"/>
                <a:ea typeface="MS Gothic"/>
                <a:cs typeface="MS Gothic"/>
                <a:sym typeface="MS Gothic"/>
              </a:rPr>
              <a:t>基本情報</a:t>
            </a:r>
            <a:endParaRPr sz="5333" dirty="0">
              <a:latin typeface="MS Gothic"/>
              <a:ea typeface="MS Gothic"/>
              <a:cs typeface="MS Gothic"/>
              <a:sym typeface="MS Gothic"/>
            </a:endParaRPr>
          </a:p>
        </p:txBody>
      </p:sp>
      <p:sp>
        <p:nvSpPr>
          <p:cNvPr id="56" name="Google Shape;56;p2"/>
          <p:cNvSpPr txBox="1">
            <a:spLocks noGrp="1"/>
          </p:cNvSpPr>
          <p:nvPr>
            <p:ph type="title" idx="9"/>
          </p:nvPr>
        </p:nvSpPr>
        <p:spPr>
          <a:xfrm>
            <a:off x="4369057" y="696244"/>
            <a:ext cx="391272" cy="778789"/>
          </a:xfrm>
          <a:prstGeom prst="rect">
            <a:avLst/>
          </a:prstGeom>
          <a:noFill/>
          <a:ln>
            <a:noFill/>
          </a:ln>
        </p:spPr>
        <p:txBody>
          <a:bodyPr spcFirstLastPara="1" vert="horz" wrap="square" lIns="121900" tIns="121900" rIns="121900" bIns="121900" rtlCol="0" anchor="t" anchorCtr="0">
            <a:noAutofit/>
          </a:bodyPr>
          <a:lstStyle/>
          <a:p>
            <a:r>
              <a:rPr lang="en-US" altLang="ja-JP" sz="4800">
                <a:latin typeface="MS Gothic"/>
                <a:ea typeface="MS Gothic"/>
                <a:cs typeface="MS Gothic"/>
                <a:sym typeface="MS Gothic"/>
              </a:rPr>
              <a:t>1</a:t>
            </a:r>
            <a:endParaRPr sz="4800">
              <a:latin typeface="MS Gothic"/>
              <a:ea typeface="MS Gothic"/>
              <a:cs typeface="MS Gothic"/>
              <a:sym typeface="MS Gothic"/>
            </a:endParaRPr>
          </a:p>
        </p:txBody>
      </p:sp>
      <p:cxnSp>
        <p:nvCxnSpPr>
          <p:cNvPr id="57" name="Google Shape;57;p2"/>
          <p:cNvCxnSpPr/>
          <p:nvPr/>
        </p:nvCxnSpPr>
        <p:spPr>
          <a:xfrm>
            <a:off x="4210788" y="1526287"/>
            <a:ext cx="724689" cy="0"/>
          </a:xfrm>
          <a:prstGeom prst="straightConnector1">
            <a:avLst/>
          </a:prstGeom>
          <a:noFill/>
          <a:ln w="19050" cap="flat" cmpd="sng">
            <a:solidFill>
              <a:schemeClr val="dk1"/>
            </a:solidFill>
            <a:prstDash val="solid"/>
            <a:round/>
            <a:headEnd type="none" w="sm" len="sm"/>
            <a:tailEnd type="none" w="sm" len="sm"/>
          </a:ln>
        </p:spPr>
      </p:cxnSp>
      <p:grpSp>
        <p:nvGrpSpPr>
          <p:cNvPr id="58" name="Google Shape;58;p2"/>
          <p:cNvGrpSpPr/>
          <p:nvPr/>
        </p:nvGrpSpPr>
        <p:grpSpPr>
          <a:xfrm>
            <a:off x="311581" y="2329702"/>
            <a:ext cx="3506651" cy="1748887"/>
            <a:chOff x="530494" y="373950"/>
            <a:chExt cx="2629988" cy="1311665"/>
          </a:xfrm>
        </p:grpSpPr>
        <p:sp>
          <p:nvSpPr>
            <p:cNvPr id="59" name="Google Shape;59;p2"/>
            <p:cNvSpPr/>
            <p:nvPr/>
          </p:nvSpPr>
          <p:spPr>
            <a:xfrm>
              <a:off x="530494" y="373950"/>
              <a:ext cx="2629988" cy="1311665"/>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9333" b="1" dirty="0">
                  <a:solidFill>
                    <a:schemeClr val="dk1"/>
                  </a:solidFill>
                  <a:latin typeface="MS PGothic"/>
                  <a:ea typeface="MS PGothic"/>
                  <a:cs typeface="MS PGothic"/>
                  <a:sym typeface="MS PGothic"/>
                </a:rPr>
                <a:t>内 容</a:t>
              </a:r>
              <a:endParaRPr sz="1867" dirty="0">
                <a:solidFill>
                  <a:schemeClr val="dk1"/>
                </a:solidFill>
                <a:latin typeface="Questrial"/>
                <a:ea typeface="Questrial"/>
                <a:cs typeface="Questrial"/>
                <a:sym typeface="Questrial"/>
              </a:endParaRPr>
            </a:p>
          </p:txBody>
        </p:sp>
        <p:cxnSp>
          <p:nvCxnSpPr>
            <p:cNvPr id="60" name="Google Shape;60;p2"/>
            <p:cNvCxnSpPr/>
            <p:nvPr/>
          </p:nvCxnSpPr>
          <p:spPr>
            <a:xfrm>
              <a:off x="1001438" y="1551512"/>
              <a:ext cx="1688100" cy="0"/>
            </a:xfrm>
            <a:prstGeom prst="straightConnector1">
              <a:avLst/>
            </a:prstGeom>
            <a:noFill/>
            <a:ln w="19050" cap="flat" cmpd="sng">
              <a:solidFill>
                <a:schemeClr val="dk1"/>
              </a:solidFill>
              <a:prstDash val="solid"/>
              <a:round/>
              <a:headEnd type="none" w="sm" len="sm"/>
              <a:tailEnd type="none" w="sm" len="sm"/>
            </a:ln>
          </p:spPr>
        </p:cxnSp>
      </p:grpSp>
      <p:sp>
        <p:nvSpPr>
          <p:cNvPr id="63" name="Google Shape;63;p2"/>
          <p:cNvSpPr txBox="1"/>
          <p:nvPr/>
        </p:nvSpPr>
        <p:spPr>
          <a:xfrm>
            <a:off x="5342672" y="1607828"/>
            <a:ext cx="3011089" cy="863045"/>
          </a:xfrm>
          <a:prstGeom prst="rect">
            <a:avLst/>
          </a:prstGeom>
          <a:noFill/>
          <a:ln>
            <a:noFill/>
          </a:ln>
        </p:spPr>
        <p:txBody>
          <a:bodyPr spcFirstLastPara="1" wrap="square" lIns="121900" tIns="121900" rIns="121900" bIns="121900" anchor="t" anchorCtr="0">
            <a:noAutofit/>
          </a:bodyPr>
          <a:lstStyle/>
          <a:p>
            <a:pPr>
              <a:buClr>
                <a:schemeClr val="dk1"/>
              </a:buClr>
              <a:buSzPts val="2500"/>
            </a:pPr>
            <a:r>
              <a:rPr lang="ja-JP" altLang="en-US" sz="5333" b="1" dirty="0">
                <a:solidFill>
                  <a:schemeClr val="dk1"/>
                </a:solidFill>
                <a:latin typeface="MS PGothic"/>
                <a:ea typeface="MS PGothic"/>
                <a:cs typeface="MS PGothic"/>
                <a:sym typeface="MS PGothic"/>
              </a:rPr>
              <a:t>大学時代</a:t>
            </a:r>
            <a:endParaRPr sz="5333" dirty="0">
              <a:solidFill>
                <a:schemeClr val="dk1"/>
              </a:solidFill>
              <a:latin typeface="MS Gothic"/>
              <a:ea typeface="MS Gothic"/>
              <a:cs typeface="MS Gothic"/>
              <a:sym typeface="MS Gothic"/>
            </a:endParaRPr>
          </a:p>
        </p:txBody>
      </p:sp>
      <p:sp>
        <p:nvSpPr>
          <p:cNvPr id="64" name="Google Shape;64;p2"/>
          <p:cNvSpPr txBox="1"/>
          <p:nvPr/>
        </p:nvSpPr>
        <p:spPr>
          <a:xfrm>
            <a:off x="4369057" y="1610543"/>
            <a:ext cx="391272" cy="778789"/>
          </a:xfrm>
          <a:prstGeom prst="rect">
            <a:avLst/>
          </a:prstGeom>
          <a:noFill/>
          <a:ln>
            <a:noFill/>
          </a:ln>
        </p:spPr>
        <p:txBody>
          <a:bodyPr spcFirstLastPara="1" wrap="square" lIns="121900" tIns="121900" rIns="121900" bIns="121900" anchor="t" anchorCtr="0">
            <a:noAutofit/>
          </a:bodyPr>
          <a:lstStyle/>
          <a:p>
            <a:pPr algn="ctr">
              <a:buClr>
                <a:schemeClr val="dk1"/>
              </a:buClr>
              <a:buSzPts val="3000"/>
            </a:pPr>
            <a:r>
              <a:rPr lang="en-US" altLang="ja-JP" sz="4800" b="1">
                <a:solidFill>
                  <a:schemeClr val="dk1"/>
                </a:solidFill>
                <a:latin typeface="MS Gothic"/>
                <a:ea typeface="MS Gothic"/>
                <a:cs typeface="MS Gothic"/>
                <a:sym typeface="MS Gothic"/>
              </a:rPr>
              <a:t>2</a:t>
            </a:r>
            <a:endParaRPr sz="2400"/>
          </a:p>
        </p:txBody>
      </p:sp>
      <p:cxnSp>
        <p:nvCxnSpPr>
          <p:cNvPr id="65" name="Google Shape;65;p2"/>
          <p:cNvCxnSpPr/>
          <p:nvPr/>
        </p:nvCxnSpPr>
        <p:spPr>
          <a:xfrm>
            <a:off x="4210788" y="2440585"/>
            <a:ext cx="724689" cy="0"/>
          </a:xfrm>
          <a:prstGeom prst="straightConnector1">
            <a:avLst/>
          </a:prstGeom>
          <a:noFill/>
          <a:ln w="19050" cap="flat" cmpd="sng">
            <a:solidFill>
              <a:schemeClr val="dk1"/>
            </a:solidFill>
            <a:prstDash val="solid"/>
            <a:round/>
            <a:headEnd type="none" w="sm" len="sm"/>
            <a:tailEnd type="none" w="sm" len="sm"/>
          </a:ln>
        </p:spPr>
      </p:cxnSp>
      <p:sp>
        <p:nvSpPr>
          <p:cNvPr id="66" name="Google Shape;66;p2"/>
          <p:cNvSpPr txBox="1"/>
          <p:nvPr/>
        </p:nvSpPr>
        <p:spPr>
          <a:xfrm>
            <a:off x="5342672" y="2555128"/>
            <a:ext cx="3011089" cy="863045"/>
          </a:xfrm>
          <a:prstGeom prst="rect">
            <a:avLst/>
          </a:prstGeom>
          <a:noFill/>
          <a:ln>
            <a:noFill/>
          </a:ln>
        </p:spPr>
        <p:txBody>
          <a:bodyPr spcFirstLastPara="1" wrap="square" lIns="121900" tIns="121900" rIns="121900" bIns="121900" anchor="t" anchorCtr="0">
            <a:noAutofit/>
          </a:bodyPr>
          <a:lstStyle/>
          <a:p>
            <a:pPr>
              <a:buClr>
                <a:schemeClr val="dk1"/>
              </a:buClr>
              <a:buSzPts val="2500"/>
            </a:pPr>
            <a:r>
              <a:rPr lang="ja-JP" altLang="en-US" sz="5333" b="1" dirty="0">
                <a:solidFill>
                  <a:schemeClr val="dk1"/>
                </a:solidFill>
                <a:latin typeface="MS Gothic"/>
                <a:ea typeface="MS Gothic"/>
                <a:cs typeface="MS Gothic"/>
                <a:sym typeface="MS Gothic"/>
              </a:rPr>
              <a:t>実務経験</a:t>
            </a:r>
            <a:endParaRPr sz="2400" dirty="0"/>
          </a:p>
        </p:txBody>
      </p:sp>
      <p:sp>
        <p:nvSpPr>
          <p:cNvPr id="67" name="Google Shape;67;p2"/>
          <p:cNvSpPr txBox="1"/>
          <p:nvPr/>
        </p:nvSpPr>
        <p:spPr>
          <a:xfrm>
            <a:off x="4369057" y="2557843"/>
            <a:ext cx="391272" cy="778789"/>
          </a:xfrm>
          <a:prstGeom prst="rect">
            <a:avLst/>
          </a:prstGeom>
          <a:noFill/>
          <a:ln>
            <a:noFill/>
          </a:ln>
        </p:spPr>
        <p:txBody>
          <a:bodyPr spcFirstLastPara="1" wrap="square" lIns="121900" tIns="121900" rIns="121900" bIns="121900" anchor="t" anchorCtr="0">
            <a:noAutofit/>
          </a:bodyPr>
          <a:lstStyle/>
          <a:p>
            <a:pPr algn="ctr">
              <a:buClr>
                <a:schemeClr val="dk1"/>
              </a:buClr>
              <a:buSzPts val="3000"/>
            </a:pPr>
            <a:r>
              <a:rPr lang="en-US" altLang="ja-JP" sz="4800" b="1">
                <a:solidFill>
                  <a:schemeClr val="dk1"/>
                </a:solidFill>
                <a:latin typeface="MS Gothic"/>
                <a:ea typeface="MS Gothic"/>
                <a:cs typeface="MS Gothic"/>
                <a:sym typeface="MS Gothic"/>
              </a:rPr>
              <a:t>3</a:t>
            </a:r>
            <a:endParaRPr sz="2400"/>
          </a:p>
        </p:txBody>
      </p:sp>
      <p:cxnSp>
        <p:nvCxnSpPr>
          <p:cNvPr id="68" name="Google Shape;68;p2"/>
          <p:cNvCxnSpPr/>
          <p:nvPr/>
        </p:nvCxnSpPr>
        <p:spPr>
          <a:xfrm>
            <a:off x="4210788" y="3387885"/>
            <a:ext cx="724689" cy="0"/>
          </a:xfrm>
          <a:prstGeom prst="straightConnector1">
            <a:avLst/>
          </a:prstGeom>
          <a:noFill/>
          <a:ln w="19050" cap="flat" cmpd="sng">
            <a:solidFill>
              <a:schemeClr val="dk1"/>
            </a:solidFill>
            <a:prstDash val="solid"/>
            <a:round/>
            <a:headEnd type="none" w="sm" len="sm"/>
            <a:tailEnd type="none" w="sm" len="sm"/>
          </a:ln>
        </p:spPr>
      </p:cxnSp>
      <p:sp>
        <p:nvSpPr>
          <p:cNvPr id="69" name="Google Shape;69;p2"/>
          <p:cNvSpPr txBox="1"/>
          <p:nvPr/>
        </p:nvSpPr>
        <p:spPr>
          <a:xfrm>
            <a:off x="5342671" y="3554370"/>
            <a:ext cx="6522224" cy="863045"/>
          </a:xfrm>
          <a:prstGeom prst="rect">
            <a:avLst/>
          </a:prstGeom>
          <a:noFill/>
          <a:ln>
            <a:noFill/>
          </a:ln>
        </p:spPr>
        <p:txBody>
          <a:bodyPr spcFirstLastPara="1" wrap="square" lIns="121900" tIns="121900" rIns="121900" bIns="121900" anchor="t" anchorCtr="0">
            <a:noAutofit/>
          </a:bodyPr>
          <a:lstStyle/>
          <a:p>
            <a:pPr>
              <a:buClr>
                <a:schemeClr val="dk1"/>
              </a:buClr>
              <a:buSzPts val="2500"/>
            </a:pPr>
            <a:r>
              <a:rPr lang="ja-JP" altLang="en-US" sz="5333" b="1" dirty="0">
                <a:solidFill>
                  <a:schemeClr val="dk1"/>
                </a:solidFill>
                <a:latin typeface="MS Gothic"/>
                <a:ea typeface="MS Gothic"/>
                <a:cs typeface="MS Gothic"/>
                <a:sym typeface="MS Gothic"/>
              </a:rPr>
              <a:t>日本で働きたい理由</a:t>
            </a:r>
            <a:endParaRPr sz="2400" dirty="0"/>
          </a:p>
        </p:txBody>
      </p:sp>
      <p:sp>
        <p:nvSpPr>
          <p:cNvPr id="70" name="Google Shape;70;p2"/>
          <p:cNvSpPr txBox="1"/>
          <p:nvPr/>
        </p:nvSpPr>
        <p:spPr>
          <a:xfrm>
            <a:off x="4369057" y="3557084"/>
            <a:ext cx="391272" cy="778789"/>
          </a:xfrm>
          <a:prstGeom prst="rect">
            <a:avLst/>
          </a:prstGeom>
          <a:noFill/>
          <a:ln>
            <a:noFill/>
          </a:ln>
        </p:spPr>
        <p:txBody>
          <a:bodyPr spcFirstLastPara="1" wrap="square" lIns="121900" tIns="121900" rIns="121900" bIns="121900" anchor="t" anchorCtr="0">
            <a:noAutofit/>
          </a:bodyPr>
          <a:lstStyle/>
          <a:p>
            <a:pPr algn="ctr">
              <a:buClr>
                <a:schemeClr val="dk1"/>
              </a:buClr>
              <a:buSzPts val="3000"/>
            </a:pPr>
            <a:r>
              <a:rPr lang="en-US" altLang="ja-JP" sz="4800" b="1">
                <a:solidFill>
                  <a:schemeClr val="dk1"/>
                </a:solidFill>
                <a:latin typeface="MS Gothic"/>
                <a:ea typeface="MS Gothic"/>
                <a:cs typeface="MS Gothic"/>
                <a:sym typeface="MS Gothic"/>
              </a:rPr>
              <a:t>4</a:t>
            </a:r>
            <a:endParaRPr sz="2400"/>
          </a:p>
        </p:txBody>
      </p:sp>
      <p:cxnSp>
        <p:nvCxnSpPr>
          <p:cNvPr id="71" name="Google Shape;71;p2"/>
          <p:cNvCxnSpPr/>
          <p:nvPr/>
        </p:nvCxnSpPr>
        <p:spPr>
          <a:xfrm>
            <a:off x="4210788" y="4387127"/>
            <a:ext cx="724689" cy="0"/>
          </a:xfrm>
          <a:prstGeom prst="straightConnector1">
            <a:avLst/>
          </a:prstGeom>
          <a:noFill/>
          <a:ln w="19050" cap="flat" cmpd="sng">
            <a:solidFill>
              <a:schemeClr val="dk1"/>
            </a:solidFill>
            <a:prstDash val="solid"/>
            <a:round/>
            <a:headEnd type="none" w="sm" len="sm"/>
            <a:tailEnd type="none" w="sm" len="sm"/>
          </a:ln>
        </p:spPr>
      </p:cxnSp>
      <p:sp>
        <p:nvSpPr>
          <p:cNvPr id="72" name="Google Shape;72;p2"/>
          <p:cNvSpPr txBox="1"/>
          <p:nvPr/>
        </p:nvSpPr>
        <p:spPr>
          <a:xfrm>
            <a:off x="5342671" y="4505071"/>
            <a:ext cx="5838285" cy="863045"/>
          </a:xfrm>
          <a:prstGeom prst="rect">
            <a:avLst/>
          </a:prstGeom>
          <a:noFill/>
          <a:ln>
            <a:noFill/>
          </a:ln>
        </p:spPr>
        <p:txBody>
          <a:bodyPr spcFirstLastPara="1" wrap="square" lIns="121900" tIns="121900" rIns="121900" bIns="121900" anchor="t" anchorCtr="0">
            <a:noAutofit/>
          </a:bodyPr>
          <a:lstStyle/>
          <a:p>
            <a:pPr>
              <a:buClr>
                <a:schemeClr val="dk1"/>
              </a:buClr>
              <a:buSzPts val="2500"/>
            </a:pPr>
            <a:r>
              <a:rPr lang="ja-JP" altLang="en-US" sz="5333" b="1" dirty="0">
                <a:solidFill>
                  <a:schemeClr val="dk1"/>
                </a:solidFill>
                <a:latin typeface="MS Gothic"/>
                <a:ea typeface="MS Gothic"/>
                <a:cs typeface="MS Gothic"/>
                <a:sym typeface="MS Gothic"/>
              </a:rPr>
              <a:t>御社志望理由</a:t>
            </a:r>
            <a:endParaRPr sz="5333" dirty="0">
              <a:solidFill>
                <a:schemeClr val="dk1"/>
              </a:solidFill>
              <a:latin typeface="MS Gothic"/>
              <a:ea typeface="MS Gothic"/>
              <a:cs typeface="MS Gothic"/>
              <a:sym typeface="MS Gothic"/>
            </a:endParaRPr>
          </a:p>
        </p:txBody>
      </p:sp>
      <p:sp>
        <p:nvSpPr>
          <p:cNvPr id="73" name="Google Shape;73;p2"/>
          <p:cNvSpPr txBox="1"/>
          <p:nvPr/>
        </p:nvSpPr>
        <p:spPr>
          <a:xfrm>
            <a:off x="4369057" y="4507786"/>
            <a:ext cx="391272" cy="778789"/>
          </a:xfrm>
          <a:prstGeom prst="rect">
            <a:avLst/>
          </a:prstGeom>
          <a:noFill/>
          <a:ln>
            <a:noFill/>
          </a:ln>
        </p:spPr>
        <p:txBody>
          <a:bodyPr spcFirstLastPara="1" wrap="square" lIns="121900" tIns="121900" rIns="121900" bIns="121900" anchor="t" anchorCtr="0">
            <a:noAutofit/>
          </a:bodyPr>
          <a:lstStyle/>
          <a:p>
            <a:pPr algn="ctr">
              <a:buClr>
                <a:schemeClr val="dk1"/>
              </a:buClr>
              <a:buSzPts val="3000"/>
            </a:pPr>
            <a:r>
              <a:rPr lang="en-US" altLang="ja-JP" sz="4800" b="1">
                <a:solidFill>
                  <a:schemeClr val="dk1"/>
                </a:solidFill>
                <a:latin typeface="MS Gothic"/>
                <a:ea typeface="MS Gothic"/>
                <a:cs typeface="MS Gothic"/>
                <a:sym typeface="MS Gothic"/>
              </a:rPr>
              <a:t>5</a:t>
            </a:r>
            <a:endParaRPr sz="2400"/>
          </a:p>
        </p:txBody>
      </p:sp>
      <p:cxnSp>
        <p:nvCxnSpPr>
          <p:cNvPr id="74" name="Google Shape;74;p2"/>
          <p:cNvCxnSpPr/>
          <p:nvPr/>
        </p:nvCxnSpPr>
        <p:spPr>
          <a:xfrm>
            <a:off x="4210788" y="5337828"/>
            <a:ext cx="724689" cy="0"/>
          </a:xfrm>
          <a:prstGeom prst="straightConnector1">
            <a:avLst/>
          </a:prstGeom>
          <a:noFill/>
          <a:ln w="19050" cap="flat" cmpd="sng">
            <a:solidFill>
              <a:schemeClr val="dk1"/>
            </a:solidFill>
            <a:prstDash val="solid"/>
            <a:round/>
            <a:headEnd type="none" w="sm" len="sm"/>
            <a:tailEnd type="none" w="sm" len="sm"/>
          </a:ln>
        </p:spPr>
      </p:cxnSp>
      <p:sp>
        <p:nvSpPr>
          <p:cNvPr id="75" name="Google Shape;75;p2"/>
          <p:cNvSpPr txBox="1"/>
          <p:nvPr/>
        </p:nvSpPr>
        <p:spPr>
          <a:xfrm>
            <a:off x="5342671" y="5504312"/>
            <a:ext cx="3925232" cy="863045"/>
          </a:xfrm>
          <a:prstGeom prst="rect">
            <a:avLst/>
          </a:prstGeom>
          <a:noFill/>
          <a:ln>
            <a:noFill/>
          </a:ln>
        </p:spPr>
        <p:txBody>
          <a:bodyPr spcFirstLastPara="1" wrap="square" lIns="121900" tIns="121900" rIns="121900" bIns="121900" anchor="t" anchorCtr="0">
            <a:noAutofit/>
          </a:bodyPr>
          <a:lstStyle/>
          <a:p>
            <a:pPr>
              <a:buClr>
                <a:schemeClr val="dk1"/>
              </a:buClr>
              <a:buSzPts val="2500"/>
            </a:pPr>
            <a:r>
              <a:rPr lang="ja-JP" altLang="en-US" sz="5333" b="1" dirty="0" smtClean="0">
                <a:solidFill>
                  <a:schemeClr val="dk1"/>
                </a:solidFill>
                <a:latin typeface="MS Gothic"/>
                <a:ea typeface="MS Gothic"/>
                <a:cs typeface="MS Gothic"/>
                <a:sym typeface="MS Gothic"/>
              </a:rPr>
              <a:t>目標</a:t>
            </a:r>
            <a:endParaRPr sz="5333" dirty="0">
              <a:solidFill>
                <a:schemeClr val="dk1"/>
              </a:solidFill>
              <a:latin typeface="MS Gothic"/>
              <a:ea typeface="MS Gothic"/>
              <a:cs typeface="MS Gothic"/>
              <a:sym typeface="MS Gothic"/>
            </a:endParaRPr>
          </a:p>
        </p:txBody>
      </p:sp>
      <p:sp>
        <p:nvSpPr>
          <p:cNvPr id="76" name="Google Shape;76;p2"/>
          <p:cNvSpPr txBox="1"/>
          <p:nvPr/>
        </p:nvSpPr>
        <p:spPr>
          <a:xfrm>
            <a:off x="4369057" y="5507027"/>
            <a:ext cx="391272" cy="778789"/>
          </a:xfrm>
          <a:prstGeom prst="rect">
            <a:avLst/>
          </a:prstGeom>
          <a:noFill/>
          <a:ln>
            <a:noFill/>
          </a:ln>
        </p:spPr>
        <p:txBody>
          <a:bodyPr spcFirstLastPara="1" wrap="square" lIns="121900" tIns="121900" rIns="121900" bIns="121900" anchor="t" anchorCtr="0">
            <a:noAutofit/>
          </a:bodyPr>
          <a:lstStyle/>
          <a:p>
            <a:pPr algn="ctr">
              <a:buClr>
                <a:schemeClr val="dk1"/>
              </a:buClr>
              <a:buSzPts val="3000"/>
            </a:pPr>
            <a:r>
              <a:rPr lang="en-US" altLang="ja-JP" sz="4800" b="1">
                <a:solidFill>
                  <a:schemeClr val="dk1"/>
                </a:solidFill>
                <a:latin typeface="MS Gothic"/>
                <a:ea typeface="MS Gothic"/>
                <a:cs typeface="MS Gothic"/>
                <a:sym typeface="MS Gothic"/>
              </a:rPr>
              <a:t>6</a:t>
            </a:r>
            <a:endParaRPr sz="2400"/>
          </a:p>
        </p:txBody>
      </p:sp>
      <p:cxnSp>
        <p:nvCxnSpPr>
          <p:cNvPr id="77" name="Google Shape;77;p2"/>
          <p:cNvCxnSpPr/>
          <p:nvPr/>
        </p:nvCxnSpPr>
        <p:spPr>
          <a:xfrm>
            <a:off x="4210788" y="6337069"/>
            <a:ext cx="724689" cy="0"/>
          </a:xfrm>
          <a:prstGeom prst="straightConnector1">
            <a:avLst/>
          </a:prstGeom>
          <a:noFill/>
          <a:ln w="19050" cap="flat" cmpd="sng">
            <a:solidFill>
              <a:schemeClr val="dk1"/>
            </a:solidFill>
            <a:prstDash val="solid"/>
            <a:round/>
            <a:headEnd type="none" w="sm" len="sm"/>
            <a:tailEnd type="none" w="sm" len="sm"/>
          </a:ln>
        </p:spPr>
      </p:cxnSp>
      <p:sp>
        <p:nvSpPr>
          <p:cNvPr id="78" name="Google Shape;78;p2"/>
          <p:cNvSpPr/>
          <p:nvPr/>
        </p:nvSpPr>
        <p:spPr>
          <a:xfrm>
            <a:off x="11379089" y="6219090"/>
            <a:ext cx="632643"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a:solidFill>
                  <a:srgbClr val="181818"/>
                </a:solidFill>
                <a:latin typeface="ＭＳ ゴシック" panose="020B0609070205080204" pitchFamily="49" charset="-128"/>
                <a:ea typeface="ＭＳ ゴシック" panose="020B0609070205080204" pitchFamily="49" charset="-128"/>
                <a:cs typeface="Arial"/>
                <a:sym typeface="Arial"/>
              </a:rPr>
              <a:t>１</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995263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3528000" y="338590"/>
            <a:ext cx="5136000" cy="916777"/>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vert="horz" wrap="square" lIns="121900" tIns="121900" rIns="121900" bIns="121900" rtlCol="0" anchor="t" anchorCtr="0">
            <a:noAutofit/>
          </a:bodyPr>
          <a:lstStyle/>
          <a:p>
            <a:pPr algn="ctr"/>
            <a:r>
              <a:rPr lang="en-US" altLang="ja-JP" sz="5333" dirty="0">
                <a:solidFill>
                  <a:schemeClr val="dk1"/>
                </a:solidFill>
                <a:latin typeface="MS PGothic"/>
                <a:ea typeface="MS PGothic"/>
                <a:cs typeface="MS PGothic"/>
                <a:sym typeface="MS PGothic"/>
              </a:rPr>
              <a:t>1. </a:t>
            </a:r>
            <a:r>
              <a:rPr lang="ja-JP" altLang="en-US" sz="5333" dirty="0">
                <a:solidFill>
                  <a:schemeClr val="dk1"/>
                </a:solidFill>
                <a:latin typeface="MS PGothic"/>
                <a:ea typeface="MS PGothic"/>
                <a:cs typeface="MS PGothic"/>
                <a:sym typeface="MS PGothic"/>
              </a:rPr>
              <a:t>基本情報</a:t>
            </a:r>
            <a:endParaRPr sz="5333" dirty="0">
              <a:solidFill>
                <a:schemeClr val="dk1"/>
              </a:solidFill>
              <a:latin typeface="MS Gothic"/>
              <a:ea typeface="MS Gothic"/>
              <a:cs typeface="MS Gothic"/>
              <a:sym typeface="MS Gothic"/>
            </a:endParaRPr>
          </a:p>
        </p:txBody>
      </p:sp>
      <p:cxnSp>
        <p:nvCxnSpPr>
          <p:cNvPr id="84" name="Google Shape;84;p3"/>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grpSp>
        <p:nvGrpSpPr>
          <p:cNvPr id="85" name="Google Shape;85;p3"/>
          <p:cNvGrpSpPr/>
          <p:nvPr/>
        </p:nvGrpSpPr>
        <p:grpSpPr>
          <a:xfrm>
            <a:off x="1102649" y="1694301"/>
            <a:ext cx="5834020" cy="4776799"/>
            <a:chOff x="826986" y="2338"/>
            <a:chExt cx="4375515" cy="3582599"/>
          </a:xfrm>
        </p:grpSpPr>
        <p:sp>
          <p:nvSpPr>
            <p:cNvPr id="86" name="Google Shape;86;p3"/>
            <p:cNvSpPr/>
            <p:nvPr/>
          </p:nvSpPr>
          <p:spPr>
            <a:xfrm rot="10800000">
              <a:off x="1192892" y="2338"/>
              <a:ext cx="4009609" cy="731811"/>
            </a:xfrm>
            <a:prstGeom prst="homePlate">
              <a:avLst>
                <a:gd name="adj" fmla="val 50000"/>
              </a:avLst>
            </a:prstGeom>
            <a:solidFill>
              <a:schemeClr val="lt1"/>
            </a:solid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7" name="Google Shape;87;p3"/>
            <p:cNvSpPr txBox="1"/>
            <p:nvPr/>
          </p:nvSpPr>
          <p:spPr>
            <a:xfrm>
              <a:off x="1375845" y="2338"/>
              <a:ext cx="3826656" cy="731811"/>
            </a:xfrm>
            <a:prstGeom prst="rect">
              <a:avLst/>
            </a:prstGeom>
            <a:noFill/>
            <a:ln>
              <a:noFill/>
            </a:ln>
          </p:spPr>
          <p:txBody>
            <a:bodyPr spcFirstLastPara="1" wrap="square" lIns="430267" tIns="142233" rIns="265500" bIns="142233" anchor="ctr" anchorCtr="0">
              <a:noAutofit/>
            </a:bodyPr>
            <a:lstStyle/>
            <a:p>
              <a:pPr>
                <a:lnSpc>
                  <a:spcPct val="90000"/>
                </a:lnSpc>
                <a:buClr>
                  <a:srgbClr val="000000"/>
                </a:buClr>
                <a:buSzPts val="2800"/>
              </a:pPr>
              <a:r>
                <a:rPr lang="ja-JP" altLang="en-US" sz="3733" b="1" dirty="0">
                  <a:solidFill>
                    <a:schemeClr val="dk1"/>
                  </a:solidFill>
                  <a:latin typeface="MS Gothic"/>
                  <a:ea typeface="MS Gothic"/>
                  <a:cs typeface="MS Gothic"/>
                  <a:sym typeface="MS Gothic"/>
                </a:rPr>
                <a:t>名前</a:t>
              </a:r>
              <a:r>
                <a:rPr lang="en-US" altLang="ja-JP" sz="3733" b="1" dirty="0">
                  <a:solidFill>
                    <a:schemeClr val="dk1"/>
                  </a:solidFill>
                  <a:latin typeface="MS Gothic"/>
                  <a:ea typeface="MS Gothic"/>
                  <a:cs typeface="MS Gothic"/>
                  <a:sym typeface="MS Gothic"/>
                </a:rPr>
                <a:t>:</a:t>
              </a:r>
              <a:r>
                <a:rPr lang="ja-JP" altLang="en-US" sz="3733" dirty="0">
                  <a:solidFill>
                    <a:schemeClr val="dk1"/>
                  </a:solidFill>
                  <a:latin typeface="MS Gothic"/>
                  <a:ea typeface="MS Gothic"/>
                  <a:cs typeface="MS Gothic"/>
                  <a:sym typeface="MS Gothic"/>
                </a:rPr>
                <a:t>レ ミン フイ</a:t>
              </a:r>
              <a:endParaRPr sz="3733" dirty="0">
                <a:solidFill>
                  <a:schemeClr val="dk1"/>
                </a:solidFill>
                <a:latin typeface="MS Gothic"/>
                <a:ea typeface="MS Gothic"/>
                <a:cs typeface="MS Gothic"/>
                <a:sym typeface="MS Gothic"/>
              </a:endParaRPr>
            </a:p>
          </p:txBody>
        </p:sp>
        <p:sp>
          <p:nvSpPr>
            <p:cNvPr id="88" name="Google Shape;88;p3"/>
            <p:cNvSpPr/>
            <p:nvPr/>
          </p:nvSpPr>
          <p:spPr>
            <a:xfrm>
              <a:off x="826986" y="2338"/>
              <a:ext cx="731811" cy="731811"/>
            </a:xfrm>
            <a:prstGeom prst="ellipse">
              <a:avLst/>
            </a:prstGeom>
            <a:blipFill rotWithShape="1">
              <a:blip r:embed="rId3">
                <a:alphaModFix/>
              </a:blip>
              <a:stretch>
                <a:fillRect/>
              </a:stretch>
            </a:blip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9" name="Google Shape;89;p3"/>
            <p:cNvSpPr/>
            <p:nvPr/>
          </p:nvSpPr>
          <p:spPr>
            <a:xfrm rot="10800000">
              <a:off x="1192892" y="952601"/>
              <a:ext cx="4009609" cy="731811"/>
            </a:xfrm>
            <a:prstGeom prst="homePlate">
              <a:avLst>
                <a:gd name="adj" fmla="val 50000"/>
              </a:avLst>
            </a:prstGeom>
            <a:solidFill>
              <a:schemeClr val="lt1"/>
            </a:solid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0" name="Google Shape;90;p3"/>
            <p:cNvSpPr txBox="1"/>
            <p:nvPr/>
          </p:nvSpPr>
          <p:spPr>
            <a:xfrm>
              <a:off x="1375845" y="952601"/>
              <a:ext cx="3826656" cy="731811"/>
            </a:xfrm>
            <a:prstGeom prst="rect">
              <a:avLst/>
            </a:prstGeom>
            <a:noFill/>
            <a:ln>
              <a:noFill/>
            </a:ln>
          </p:spPr>
          <p:txBody>
            <a:bodyPr spcFirstLastPara="1" wrap="square" lIns="430267" tIns="142233" rIns="265500" bIns="142233" anchor="ctr" anchorCtr="0">
              <a:noAutofit/>
            </a:bodyPr>
            <a:lstStyle/>
            <a:p>
              <a:pPr>
                <a:lnSpc>
                  <a:spcPct val="90000"/>
                </a:lnSpc>
                <a:buClr>
                  <a:srgbClr val="000000"/>
                </a:buClr>
                <a:buSzPts val="2800"/>
              </a:pPr>
              <a:r>
                <a:rPr lang="ja-JP" altLang="en-US" sz="3733" b="1" dirty="0">
                  <a:solidFill>
                    <a:schemeClr val="dk1"/>
                  </a:solidFill>
                  <a:latin typeface="MS PGothic"/>
                  <a:ea typeface="MS PGothic"/>
                  <a:cs typeface="MS PGothic"/>
                  <a:sym typeface="MS PGothic"/>
                </a:rPr>
                <a:t>年齢</a:t>
              </a:r>
              <a:r>
                <a:rPr lang="en-US" altLang="ja-JP" sz="3733" b="1" dirty="0">
                  <a:solidFill>
                    <a:schemeClr val="dk1"/>
                  </a:solidFill>
                  <a:latin typeface="MS PGothic"/>
                  <a:ea typeface="MS PGothic"/>
                  <a:cs typeface="MS PGothic"/>
                  <a:sym typeface="MS PGothic"/>
                </a:rPr>
                <a:t>: </a:t>
              </a:r>
              <a:r>
                <a:rPr lang="en-US" altLang="ja-JP" sz="3733" dirty="0">
                  <a:solidFill>
                    <a:schemeClr val="dk1"/>
                  </a:solidFill>
                  <a:latin typeface="ＭＳ ゴシック" panose="020B0609070205080204" pitchFamily="49" charset="-128"/>
                  <a:ea typeface="ＭＳ ゴシック" panose="020B0609070205080204" pitchFamily="49" charset="-128"/>
                  <a:cs typeface="MS PGothic"/>
                  <a:sym typeface="MS PGothic"/>
                </a:rPr>
                <a:t>24</a:t>
              </a:r>
              <a:r>
                <a:rPr lang="ja-JP" altLang="en-US" sz="3733" dirty="0">
                  <a:solidFill>
                    <a:schemeClr val="dk1"/>
                  </a:solidFill>
                  <a:latin typeface="ＭＳ ゴシック" panose="020B0609070205080204" pitchFamily="49" charset="-128"/>
                  <a:ea typeface="ＭＳ ゴシック" panose="020B0609070205080204" pitchFamily="49" charset="-128"/>
                  <a:cs typeface="MS PGothic"/>
                  <a:sym typeface="MS PGothic"/>
                </a:rPr>
                <a:t>歳</a:t>
              </a:r>
              <a:endParaRPr sz="3733" dirty="0">
                <a:solidFill>
                  <a:schemeClr val="dk1"/>
                </a:solidFill>
                <a:latin typeface="ＭＳ ゴシック" panose="020B0609070205080204" pitchFamily="49" charset="-128"/>
                <a:ea typeface="ＭＳ ゴシック" panose="020B0609070205080204" pitchFamily="49" charset="-128"/>
                <a:cs typeface="Arial"/>
                <a:sym typeface="Arial"/>
              </a:endParaRPr>
            </a:p>
          </p:txBody>
        </p:sp>
        <p:sp>
          <p:nvSpPr>
            <p:cNvPr id="91" name="Google Shape;91;p3"/>
            <p:cNvSpPr/>
            <p:nvPr/>
          </p:nvSpPr>
          <p:spPr>
            <a:xfrm>
              <a:off x="826986" y="952601"/>
              <a:ext cx="731811" cy="731811"/>
            </a:xfrm>
            <a:prstGeom prst="ellipse">
              <a:avLst/>
            </a:prstGeom>
            <a:blipFill rotWithShape="1">
              <a:blip r:embed="rId4">
                <a:alphaModFix/>
              </a:blip>
              <a:stretch>
                <a:fillRect/>
              </a:stretch>
            </a:blip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2" name="Google Shape;92;p3"/>
            <p:cNvSpPr/>
            <p:nvPr/>
          </p:nvSpPr>
          <p:spPr>
            <a:xfrm rot="10800000">
              <a:off x="1192892" y="1902864"/>
              <a:ext cx="4009609" cy="731811"/>
            </a:xfrm>
            <a:prstGeom prst="homePlate">
              <a:avLst>
                <a:gd name="adj" fmla="val 50000"/>
              </a:avLst>
            </a:prstGeom>
            <a:solidFill>
              <a:schemeClr val="lt1"/>
            </a:solid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3" name="Google Shape;93;p3"/>
            <p:cNvSpPr txBox="1"/>
            <p:nvPr/>
          </p:nvSpPr>
          <p:spPr>
            <a:xfrm>
              <a:off x="1375845" y="1902864"/>
              <a:ext cx="3826656" cy="731811"/>
            </a:xfrm>
            <a:prstGeom prst="rect">
              <a:avLst/>
            </a:prstGeom>
            <a:noFill/>
            <a:ln>
              <a:noFill/>
            </a:ln>
          </p:spPr>
          <p:txBody>
            <a:bodyPr spcFirstLastPara="1" wrap="square" lIns="430267" tIns="142233" rIns="265500" bIns="142233" anchor="ctr" anchorCtr="0">
              <a:noAutofit/>
            </a:bodyPr>
            <a:lstStyle/>
            <a:p>
              <a:pPr>
                <a:lnSpc>
                  <a:spcPct val="90000"/>
                </a:lnSpc>
                <a:buClr>
                  <a:srgbClr val="000000"/>
                </a:buClr>
                <a:buSzPts val="2800"/>
              </a:pPr>
              <a:r>
                <a:rPr lang="ja-JP" altLang="en-US" sz="3733" b="1" dirty="0">
                  <a:solidFill>
                    <a:schemeClr val="dk1"/>
                  </a:solidFill>
                  <a:latin typeface="MS PGothic"/>
                  <a:ea typeface="MS PGothic"/>
                  <a:cs typeface="MS PGothic"/>
                  <a:sym typeface="MS PGothic"/>
                </a:rPr>
                <a:t>出身</a:t>
              </a:r>
              <a:r>
                <a:rPr lang="en-US" altLang="ja-JP" sz="3733" b="1" dirty="0">
                  <a:solidFill>
                    <a:schemeClr val="dk1"/>
                  </a:solidFill>
                  <a:latin typeface="MS PGothic"/>
                  <a:ea typeface="MS PGothic"/>
                  <a:cs typeface="MS PGothic"/>
                  <a:sym typeface="MS PGothic"/>
                </a:rPr>
                <a:t>:</a:t>
              </a:r>
              <a:r>
                <a:rPr lang="ja-JP" altLang="en-US" sz="3733" dirty="0">
                  <a:solidFill>
                    <a:schemeClr val="dk1"/>
                  </a:solidFill>
                  <a:latin typeface="ＭＳ ゴシック" panose="020B0609070205080204" pitchFamily="49" charset="-128"/>
                  <a:ea typeface="ＭＳ ゴシック" panose="020B0609070205080204" pitchFamily="49" charset="-128"/>
                  <a:cs typeface="Arial"/>
                  <a:sym typeface="Arial"/>
                </a:rPr>
                <a:t>ドンタップ</a:t>
              </a:r>
              <a:endParaRPr sz="3733" dirty="0">
                <a:solidFill>
                  <a:schemeClr val="dk1"/>
                </a:solidFill>
                <a:latin typeface="ＭＳ ゴシック" panose="020B0609070205080204" pitchFamily="49" charset="-128"/>
                <a:ea typeface="ＭＳ ゴシック" panose="020B0609070205080204" pitchFamily="49" charset="-128"/>
                <a:cs typeface="MS PGothic"/>
                <a:sym typeface="MS PGothic"/>
              </a:endParaRPr>
            </a:p>
          </p:txBody>
        </p:sp>
        <p:sp>
          <p:nvSpPr>
            <p:cNvPr id="94" name="Google Shape;94;p3"/>
            <p:cNvSpPr/>
            <p:nvPr/>
          </p:nvSpPr>
          <p:spPr>
            <a:xfrm>
              <a:off x="826986" y="1902864"/>
              <a:ext cx="731811" cy="731811"/>
            </a:xfrm>
            <a:prstGeom prst="ellipse">
              <a:avLst/>
            </a:prstGeom>
            <a:blipFill rotWithShape="1">
              <a:blip r:embed="rId5">
                <a:alphaModFix/>
              </a:blip>
              <a:stretch>
                <a:fillRect/>
              </a:stretch>
            </a:blip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5" name="Google Shape;95;p3"/>
            <p:cNvSpPr/>
            <p:nvPr/>
          </p:nvSpPr>
          <p:spPr>
            <a:xfrm rot="10800000">
              <a:off x="1192892" y="2853126"/>
              <a:ext cx="4009609" cy="731811"/>
            </a:xfrm>
            <a:prstGeom prst="homePlate">
              <a:avLst>
                <a:gd name="adj" fmla="val 50000"/>
              </a:avLst>
            </a:prstGeom>
            <a:solidFill>
              <a:schemeClr val="lt1"/>
            </a:solid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6" name="Google Shape;96;p3"/>
            <p:cNvSpPr txBox="1"/>
            <p:nvPr/>
          </p:nvSpPr>
          <p:spPr>
            <a:xfrm>
              <a:off x="1375845" y="2853126"/>
              <a:ext cx="3826656" cy="731811"/>
            </a:xfrm>
            <a:prstGeom prst="rect">
              <a:avLst/>
            </a:prstGeom>
            <a:noFill/>
            <a:ln>
              <a:noFill/>
            </a:ln>
          </p:spPr>
          <p:txBody>
            <a:bodyPr spcFirstLastPara="1" wrap="square" lIns="430267" tIns="142233" rIns="265500" bIns="142233" anchor="ctr" anchorCtr="0">
              <a:noAutofit/>
            </a:bodyPr>
            <a:lstStyle/>
            <a:p>
              <a:pPr>
                <a:lnSpc>
                  <a:spcPct val="90000"/>
                </a:lnSpc>
                <a:buClr>
                  <a:srgbClr val="000000"/>
                </a:buClr>
                <a:buSzPts val="2800"/>
              </a:pPr>
              <a:r>
                <a:rPr lang="ja-JP" altLang="en-US" sz="3733" b="1" dirty="0">
                  <a:solidFill>
                    <a:schemeClr val="dk1"/>
                  </a:solidFill>
                  <a:latin typeface="MS Gothic"/>
                  <a:ea typeface="MS Gothic"/>
                  <a:cs typeface="MS Gothic"/>
                  <a:sym typeface="MS Gothic"/>
                </a:rPr>
                <a:t>専門</a:t>
              </a:r>
              <a:r>
                <a:rPr lang="en-US" altLang="ja-JP" sz="3733" b="1" dirty="0">
                  <a:solidFill>
                    <a:schemeClr val="dk1"/>
                  </a:solidFill>
                  <a:latin typeface="MS Gothic"/>
                  <a:ea typeface="MS Gothic"/>
                  <a:cs typeface="MS Gothic"/>
                  <a:sym typeface="MS Gothic"/>
                </a:rPr>
                <a:t>: </a:t>
              </a:r>
              <a:r>
                <a:rPr lang="en-US" altLang="ja-JP" sz="3733" dirty="0">
                  <a:solidFill>
                    <a:schemeClr val="dk1"/>
                  </a:solidFill>
                  <a:latin typeface="MS Gothic"/>
                  <a:ea typeface="MS Gothic"/>
                  <a:cs typeface="MS Gothic"/>
                  <a:sym typeface="MS Gothic"/>
                </a:rPr>
                <a:t>IT</a:t>
              </a:r>
              <a:endParaRPr sz="3733" dirty="0">
                <a:solidFill>
                  <a:schemeClr val="dk1"/>
                </a:solidFill>
                <a:latin typeface="MS Gothic"/>
                <a:ea typeface="MS Gothic"/>
                <a:cs typeface="MS Gothic"/>
                <a:sym typeface="MS Gothic"/>
              </a:endParaRPr>
            </a:p>
          </p:txBody>
        </p:sp>
        <p:sp>
          <p:nvSpPr>
            <p:cNvPr id="97" name="Google Shape;97;p3"/>
            <p:cNvSpPr/>
            <p:nvPr/>
          </p:nvSpPr>
          <p:spPr>
            <a:xfrm>
              <a:off x="826986" y="2853126"/>
              <a:ext cx="731811" cy="731811"/>
            </a:xfrm>
            <a:prstGeom prst="ellipse">
              <a:avLst/>
            </a:prstGeom>
            <a:blipFill rotWithShape="1">
              <a:blip r:embed="rId6">
                <a:alphaModFix/>
              </a:blip>
              <a:stretch>
                <a:fillRect/>
              </a:stretch>
            </a:blipFill>
            <a:ln w="25400" cap="flat" cmpd="sng">
              <a:solidFill>
                <a:srgbClr val="363A4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101" name="Google Shape;101;p3"/>
          <p:cNvSpPr/>
          <p:nvPr/>
        </p:nvSpPr>
        <p:spPr>
          <a:xfrm>
            <a:off x="11389303" y="6221848"/>
            <a:ext cx="632643"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a:solidFill>
                  <a:srgbClr val="181818"/>
                </a:solidFill>
                <a:latin typeface="ＭＳ ゴシック" panose="020B0609070205080204" pitchFamily="49" charset="-128"/>
                <a:ea typeface="ＭＳ ゴシック" panose="020B0609070205080204" pitchFamily="49" charset="-128"/>
                <a:cs typeface="Arial"/>
                <a:sym typeface="Arial"/>
              </a:rPr>
              <a:t>２</a:t>
            </a:r>
            <a:endParaRPr sz="2400" dirty="0">
              <a:latin typeface="ＭＳ ゴシック" panose="020B0609070205080204" pitchFamily="49" charset="-128"/>
              <a:ea typeface="ＭＳ ゴシック" panose="020B0609070205080204" pitchFamily="49" charset="-128"/>
            </a:endParaRPr>
          </a:p>
        </p:txBody>
      </p:sp>
      <p:pic>
        <p:nvPicPr>
          <p:cNvPr id="2" name="図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78230" y="1694300"/>
            <a:ext cx="4402155" cy="4673057"/>
          </a:xfrm>
          <a:prstGeom prst="rect">
            <a:avLst/>
          </a:prstGeom>
          <a:ln>
            <a:noFill/>
          </a:ln>
          <a:effectLst>
            <a:softEdge rad="112500"/>
          </a:effectLst>
        </p:spPr>
      </p:pic>
    </p:spTree>
    <p:extLst>
      <p:ext uri="{BB962C8B-B14F-4D97-AF65-F5344CB8AC3E}">
        <p14:creationId xmlns:p14="http://schemas.microsoft.com/office/powerpoint/2010/main" val="775294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3573520" y="264163"/>
            <a:ext cx="5044960" cy="991205"/>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vert="horz" wrap="square" lIns="121900" tIns="121900" rIns="121900" bIns="121900" rtlCol="0" anchor="t" anchorCtr="0">
            <a:noAutofit/>
          </a:bodyPr>
          <a:lstStyle/>
          <a:p>
            <a:pPr algn="ctr"/>
            <a:r>
              <a:rPr lang="en-US" altLang="ja-JP" sz="5333" b="1" dirty="0">
                <a:solidFill>
                  <a:schemeClr val="dk1"/>
                </a:solidFill>
                <a:latin typeface="ＭＳ ゴシック" panose="020B0609070205080204" pitchFamily="49" charset="-128"/>
                <a:ea typeface="ＭＳ ゴシック" panose="020B0609070205080204" pitchFamily="49" charset="-128"/>
                <a:cs typeface="MS PGothic"/>
                <a:sym typeface="MS PGothic"/>
              </a:rPr>
              <a:t>2. </a:t>
            </a:r>
            <a:r>
              <a:rPr lang="ja-JP" altLang="en-US" sz="5333" b="1" dirty="0">
                <a:solidFill>
                  <a:schemeClr val="dk1"/>
                </a:solidFill>
                <a:latin typeface="ＭＳ ゴシック" panose="020B0609070205080204" pitchFamily="49" charset="-128"/>
                <a:ea typeface="ＭＳ ゴシック" panose="020B0609070205080204" pitchFamily="49" charset="-128"/>
                <a:cs typeface="MS PGothic"/>
                <a:sym typeface="MS PGothic"/>
              </a:rPr>
              <a:t>大学時代</a:t>
            </a:r>
            <a:endParaRPr dirty="0">
              <a:latin typeface="ＭＳ ゴシック" panose="020B0609070205080204" pitchFamily="49" charset="-128"/>
              <a:ea typeface="ＭＳ ゴシック" panose="020B0609070205080204" pitchFamily="49" charset="-128"/>
            </a:endParaRPr>
          </a:p>
        </p:txBody>
      </p:sp>
      <p:cxnSp>
        <p:nvCxnSpPr>
          <p:cNvPr id="120" name="Google Shape;120;p5"/>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pic>
        <p:nvPicPr>
          <p:cNvPr id="123" name="Google Shape;123;p5" descr="Review Trường Đại học Công nghệ TPHCM (HUTECH) có tốt không?"/>
          <p:cNvPicPr preferRelativeResize="0"/>
          <p:nvPr/>
        </p:nvPicPr>
        <p:blipFill rotWithShape="1">
          <a:blip r:embed="rId3">
            <a:alphaModFix/>
          </a:blip>
          <a:srcRect/>
          <a:stretch/>
        </p:blipFill>
        <p:spPr>
          <a:xfrm>
            <a:off x="415772" y="3306501"/>
            <a:ext cx="5023021" cy="2561415"/>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24" name="Google Shape;124;p5"/>
          <p:cNvSpPr txBox="1"/>
          <p:nvPr/>
        </p:nvSpPr>
        <p:spPr>
          <a:xfrm>
            <a:off x="6187040" y="2069115"/>
            <a:ext cx="5606024" cy="3816375"/>
          </a:xfrm>
          <a:prstGeom prst="rect">
            <a:avLst/>
          </a:prstGeom>
          <a:solidFill>
            <a:schemeClr val="accent1"/>
          </a:solidFill>
          <a:ln>
            <a:noFill/>
          </a:ln>
          <a:effectLst>
            <a:outerShdw blurRad="44450" dist="27940" dir="5400000" algn="ctr">
              <a:srgbClr val="000000">
                <a:alpha val="31764"/>
              </a:srgbClr>
            </a:outerShdw>
          </a:effectLst>
        </p:spPr>
        <p:txBody>
          <a:bodyPr spcFirstLastPara="1" wrap="square" lIns="121900" tIns="60933" rIns="121900" bIns="60933" anchor="t" anchorCtr="0">
            <a:spAutoFit/>
          </a:bodyPr>
          <a:lstStyle/>
          <a:p>
            <a:pPr>
              <a:lnSpc>
                <a:spcPct val="150000"/>
              </a:lnSpc>
            </a:pP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学校</a:t>
            </a:r>
            <a:r>
              <a:rPr lang="en-US" altLang="ja-JP" sz="3200" b="1" dirty="0">
                <a:solidFill>
                  <a:schemeClr val="dk1"/>
                </a:solidFill>
                <a:latin typeface="ＭＳ ゴシック" panose="020B0609070205080204" pitchFamily="49" charset="-128"/>
                <a:ea typeface="ＭＳ ゴシック" panose="020B0609070205080204" pitchFamily="49" charset="-128"/>
                <a:cs typeface="Arial"/>
                <a:sym typeface="Arial"/>
              </a:rPr>
              <a:t>: </a:t>
            </a:r>
            <a:r>
              <a:rPr lang="ja-JP" altLang="en-US" sz="3200" b="1" dirty="0">
                <a:solidFill>
                  <a:schemeClr val="dk1"/>
                </a:solidFill>
                <a:latin typeface="ＭＳ ゴシック" panose="020B0609070205080204" pitchFamily="49" charset="-128"/>
                <a:ea typeface="ＭＳ ゴシック" panose="020B0609070205080204" pitchFamily="49" charset="-128"/>
                <a:cs typeface="MS Gothic"/>
                <a:sym typeface="MS Gothic"/>
              </a:rPr>
              <a:t>ホーチミン市工技大学</a:t>
            </a:r>
            <a:endParaRPr sz="3200" b="1"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a:p>
            <a:pPr>
              <a:lnSpc>
                <a:spcPct val="150000"/>
              </a:lnSpc>
            </a:pPr>
            <a:r>
              <a:rPr lang="ja-JP" altLang="en-US"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卒業年：</a:t>
            </a:r>
            <a:r>
              <a:rPr lang="en-US" altLang="ja-JP"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2023</a:t>
            </a:r>
            <a:r>
              <a:rPr lang="ja-JP" altLang="en-US"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年</a:t>
            </a:r>
            <a:r>
              <a:rPr lang="en-US" altLang="ja-JP"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8</a:t>
            </a:r>
            <a:r>
              <a:rPr lang="ja-JP" altLang="en-US"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月</a:t>
            </a:r>
            <a:endParaRPr sz="3200" b="1"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a:p>
            <a:pPr>
              <a:lnSpc>
                <a:spcPct val="150000"/>
              </a:lnSpc>
            </a:pPr>
            <a:r>
              <a:rPr lang="ja-JP" altLang="en-US" sz="3200" b="1" dirty="0">
                <a:solidFill>
                  <a:schemeClr val="dk1"/>
                </a:solidFill>
                <a:latin typeface="ＭＳ ゴシック" panose="020B0609070205080204" pitchFamily="49" charset="-128"/>
                <a:ea typeface="ＭＳ ゴシック" panose="020B0609070205080204" pitchFamily="49" charset="-128"/>
                <a:cs typeface="MS Gothic"/>
                <a:sym typeface="MS Gothic"/>
              </a:rPr>
              <a:t>専門</a:t>
            </a:r>
            <a:r>
              <a:rPr lang="en-US" altLang="ja-JP" sz="3200" b="1" dirty="0">
                <a:solidFill>
                  <a:schemeClr val="dk1"/>
                </a:solidFill>
                <a:latin typeface="ＭＳ ゴシック" panose="020B0609070205080204" pitchFamily="49" charset="-128"/>
                <a:ea typeface="ＭＳ ゴシック" panose="020B0609070205080204" pitchFamily="49" charset="-128"/>
                <a:cs typeface="MS Gothic"/>
                <a:sym typeface="MS Gothic"/>
              </a:rPr>
              <a:t>: IT</a:t>
            </a:r>
            <a:endParaRPr sz="2400" dirty="0">
              <a:latin typeface="ＭＳ ゴシック" panose="020B0609070205080204" pitchFamily="49" charset="-128"/>
              <a:ea typeface="ＭＳ ゴシック" panose="020B0609070205080204" pitchFamily="49" charset="-128"/>
            </a:endParaRPr>
          </a:p>
          <a:p>
            <a:pPr>
              <a:lnSpc>
                <a:spcPct val="150000"/>
              </a:lnSpc>
            </a:pPr>
            <a:r>
              <a:rPr lang="ja-JP" altLang="en-US"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卒業グレード：</a:t>
            </a:r>
            <a:r>
              <a:rPr lang="en-US" altLang="ja-JP" sz="3200" b="1" dirty="0">
                <a:solidFill>
                  <a:srgbClr val="FF0000"/>
                </a:solidFill>
                <a:latin typeface="ＭＳ ゴシック" panose="020B0609070205080204" pitchFamily="49" charset="-128"/>
                <a:ea typeface="ＭＳ ゴシック" panose="020B0609070205080204" pitchFamily="49" charset="-128"/>
                <a:cs typeface="MS Gothic"/>
                <a:sym typeface="MS Gothic"/>
              </a:rPr>
              <a:t>A</a:t>
            </a:r>
            <a:endParaRPr sz="3200" b="1"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a:p>
            <a:pPr>
              <a:lnSpc>
                <a:spcPct val="150000"/>
              </a:lnSpc>
            </a:pP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卒度</a:t>
            </a:r>
            <a:r>
              <a:rPr lang="en-US" altLang="ja-JP" sz="3200" b="1" dirty="0">
                <a:solidFill>
                  <a:srgbClr val="000000"/>
                </a:solidFill>
                <a:latin typeface="ＭＳ ゴシック" panose="020B0609070205080204" pitchFamily="49" charset="-128"/>
                <a:ea typeface="ＭＳ ゴシック" panose="020B0609070205080204" pitchFamily="49" charset="-128"/>
                <a:cs typeface="MS Gothic"/>
                <a:sym typeface="MS Gothic"/>
              </a:rPr>
              <a:t>: </a:t>
            </a:r>
            <a:r>
              <a:rPr lang="en-US" altLang="ja-JP"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2019</a:t>
            </a: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年 </a:t>
            </a:r>
            <a:r>
              <a:rPr lang="en-US" altLang="ja-JP"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- 2023</a:t>
            </a: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年</a:t>
            </a:r>
            <a:endParaRPr sz="3200" b="1" dirty="0">
              <a:solidFill>
                <a:schemeClr val="dk1"/>
              </a:solidFill>
              <a:latin typeface="ＭＳ ゴシック" panose="020B0609070205080204" pitchFamily="49" charset="-128"/>
              <a:ea typeface="ＭＳ ゴシック" panose="020B0609070205080204" pitchFamily="49" charset="-128"/>
              <a:cs typeface="MS PGothic"/>
              <a:sym typeface="MS PGothic"/>
            </a:endParaRPr>
          </a:p>
        </p:txBody>
      </p:sp>
      <p:pic>
        <p:nvPicPr>
          <p:cNvPr id="125" name="Google Shape;125;p5"/>
          <p:cNvPicPr preferRelativeResize="0"/>
          <p:nvPr/>
        </p:nvPicPr>
        <p:blipFill rotWithShape="1">
          <a:blip r:embed="rId4">
            <a:alphaModFix/>
          </a:blip>
          <a:srcRect/>
          <a:stretch/>
        </p:blipFill>
        <p:spPr>
          <a:xfrm>
            <a:off x="398936" y="2069115"/>
            <a:ext cx="5039859" cy="91929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26" name="Google Shape;126;p5"/>
          <p:cNvSpPr/>
          <p:nvPr/>
        </p:nvSpPr>
        <p:spPr>
          <a:xfrm>
            <a:off x="11379089" y="6216437"/>
            <a:ext cx="632643"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３</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0617200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txBox="1">
            <a:spLocks noGrp="1"/>
          </p:cNvSpPr>
          <p:nvPr>
            <p:ph type="title"/>
          </p:nvPr>
        </p:nvSpPr>
        <p:spPr>
          <a:xfrm>
            <a:off x="867508" y="379149"/>
            <a:ext cx="10272000" cy="1578183"/>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a:solidFill>
                  <a:schemeClr val="dk1"/>
                </a:solidFill>
                <a:latin typeface="MS PGothic"/>
                <a:ea typeface="MS PGothic"/>
                <a:cs typeface="MS PGothic"/>
                <a:sym typeface="MS PGothic"/>
              </a:rPr>
              <a:t>卒業プロジェクト</a:t>
            </a:r>
            <a:r>
              <a:rPr lang="en-US" altLang="ja-JP" sz="4800" b="1" dirty="0">
                <a:solidFill>
                  <a:schemeClr val="dk1"/>
                </a:solidFill>
                <a:latin typeface="MS PGothic"/>
                <a:ea typeface="MS PGothic"/>
                <a:cs typeface="MS PGothic"/>
                <a:sym typeface="MS PGothic"/>
              </a:rPr>
              <a:t>: </a:t>
            </a:r>
            <a:br>
              <a:rPr lang="en-US" altLang="ja-JP" sz="4800" b="1" dirty="0">
                <a:solidFill>
                  <a:schemeClr val="dk1"/>
                </a:solidFill>
                <a:latin typeface="MS PGothic"/>
                <a:ea typeface="MS PGothic"/>
                <a:cs typeface="MS PGothic"/>
                <a:sym typeface="MS PGothic"/>
              </a:rPr>
            </a:br>
            <a:r>
              <a:rPr lang="ja-JP" altLang="en-US" sz="4800" b="1" dirty="0">
                <a:solidFill>
                  <a:schemeClr val="dk1"/>
                </a:solidFill>
                <a:latin typeface="MS PGothic"/>
                <a:ea typeface="MS PGothic"/>
                <a:cs typeface="MS PGothic"/>
                <a:sym typeface="MS PGothic"/>
              </a:rPr>
              <a:t>賃貸下宿管理ウェブサイト</a:t>
            </a:r>
            <a:endParaRPr dirty="0"/>
          </a:p>
        </p:txBody>
      </p:sp>
      <p:pic>
        <p:nvPicPr>
          <p:cNvPr id="200" name="Google Shape;200;p10"/>
          <p:cNvPicPr preferRelativeResize="0"/>
          <p:nvPr/>
        </p:nvPicPr>
        <p:blipFill rotWithShape="1">
          <a:blip r:embed="rId3">
            <a:alphaModFix/>
          </a:blip>
          <a:srcRect/>
          <a:stretch/>
        </p:blipFill>
        <p:spPr>
          <a:xfrm>
            <a:off x="1650537" y="2185078"/>
            <a:ext cx="8890927" cy="4185241"/>
          </a:xfrm>
          <a:prstGeom prst="rect">
            <a:avLst/>
          </a:prstGeom>
          <a:noFill/>
          <a:ln>
            <a:noFill/>
          </a:ln>
          <a:effectLst>
            <a:outerShdw blurRad="292100" dist="139700" dir="2700000" algn="tl" rotWithShape="0">
              <a:srgbClr val="333333">
                <a:alpha val="64705"/>
              </a:srgbClr>
            </a:outerShdw>
          </a:effectLst>
        </p:spPr>
      </p:pic>
      <p:sp>
        <p:nvSpPr>
          <p:cNvPr id="201" name="Google Shape;201;p10"/>
          <p:cNvSpPr/>
          <p:nvPr/>
        </p:nvSpPr>
        <p:spPr>
          <a:xfrm>
            <a:off x="11407806" y="6221467"/>
            <a:ext cx="603925"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４</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928112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9"/>
          <p:cNvSpPr txBox="1">
            <a:spLocks noGrp="1"/>
          </p:cNvSpPr>
          <p:nvPr>
            <p:ph type="title"/>
          </p:nvPr>
        </p:nvSpPr>
        <p:spPr>
          <a:xfrm>
            <a:off x="960000" y="491767"/>
            <a:ext cx="10272000"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smtClean="0">
                <a:latin typeface="MS Gothic"/>
                <a:ea typeface="MS Gothic"/>
                <a:cs typeface="MS Gothic"/>
                <a:sym typeface="MS Gothic"/>
              </a:rPr>
              <a:t>言語とライブラリ</a:t>
            </a:r>
            <a:endParaRPr sz="4800" b="1" dirty="0">
              <a:solidFill>
                <a:srgbClr val="181818"/>
              </a:solidFill>
              <a:latin typeface="MS Gothic"/>
              <a:ea typeface="MS Gothic"/>
              <a:cs typeface="MS Gothic"/>
              <a:sym typeface="MS Gothic"/>
            </a:endParaRPr>
          </a:p>
        </p:txBody>
      </p:sp>
      <p:cxnSp>
        <p:nvCxnSpPr>
          <p:cNvPr id="181" name="Google Shape;181;p9"/>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pic>
        <p:nvPicPr>
          <p:cNvPr id="184" name="Google Shape;184;p9"/>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760860" y="2575319"/>
            <a:ext cx="2718864" cy="178308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85" name="Google Shape;185;p9"/>
          <p:cNvPicPr preferRelativeResize="0"/>
          <p:nvPr/>
        </p:nvPicPr>
        <p:blipFill>
          <a:blip r:embed="rId4">
            <a:extLst>
              <a:ext uri="{28A0092B-C50C-407E-A947-70E740481C1C}">
                <a14:useLocalDpi xmlns:a14="http://schemas.microsoft.com/office/drawing/2010/main" val="0"/>
              </a:ext>
            </a:extLst>
          </a:blip>
          <a:stretch>
            <a:fillRect/>
          </a:stretch>
        </p:blipFill>
        <p:spPr>
          <a:xfrm>
            <a:off x="4759374" y="2575318"/>
            <a:ext cx="2718861" cy="178308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86" name="Google Shape;186;p9"/>
          <p:cNvPicPr preferRelativeResize="0"/>
          <p:nvPr/>
        </p:nvPicPr>
        <p:blipFill rotWithShape="1">
          <a:blip r:embed="rId5">
            <a:alphaModFix/>
          </a:blip>
          <a:srcRect/>
          <a:stretch/>
        </p:blipFill>
        <p:spPr>
          <a:xfrm>
            <a:off x="8757884" y="2575318"/>
            <a:ext cx="2718859" cy="187855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188" name="Google Shape;188;p9"/>
          <p:cNvSpPr/>
          <p:nvPr/>
        </p:nvSpPr>
        <p:spPr>
          <a:xfrm>
            <a:off x="8757885" y="4864318"/>
            <a:ext cx="2718858" cy="533489"/>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121900" tIns="60933" rIns="121900" bIns="60933" anchor="t" anchorCtr="0">
            <a:spAutoFit/>
          </a:bodyPr>
          <a:lstStyle/>
          <a:p>
            <a:pPr algn="ctr"/>
            <a:r>
              <a:rPr lang="ja-JP" altLang="en-US" sz="2667" b="1" dirty="0">
                <a:solidFill>
                  <a:schemeClr val="dk1"/>
                </a:solidFill>
                <a:latin typeface="MS Gothic"/>
                <a:ea typeface="MS Gothic"/>
                <a:cs typeface="MS Gothic"/>
                <a:sym typeface="MS Gothic"/>
              </a:rPr>
              <a:t>モンゴ</a:t>
            </a:r>
            <a:r>
              <a:rPr lang="en-US" altLang="ja-JP" sz="2667" b="1" dirty="0">
                <a:solidFill>
                  <a:schemeClr val="dk1"/>
                </a:solidFill>
                <a:latin typeface="MS Gothic"/>
                <a:ea typeface="MS Gothic"/>
                <a:cs typeface="MS Gothic"/>
                <a:sym typeface="MS Gothic"/>
              </a:rPr>
              <a:t>DB</a:t>
            </a:r>
            <a:endParaRPr sz="2667" b="1" dirty="0">
              <a:solidFill>
                <a:schemeClr val="dk1"/>
              </a:solidFill>
              <a:latin typeface="MS Gothic"/>
              <a:ea typeface="MS Gothic"/>
              <a:cs typeface="MS Gothic"/>
              <a:sym typeface="MS Gothic"/>
            </a:endParaRPr>
          </a:p>
        </p:txBody>
      </p:sp>
      <p:sp>
        <p:nvSpPr>
          <p:cNvPr id="189" name="Google Shape;189;p9"/>
          <p:cNvSpPr/>
          <p:nvPr/>
        </p:nvSpPr>
        <p:spPr>
          <a:xfrm>
            <a:off x="4759373" y="4908461"/>
            <a:ext cx="2718861" cy="533489"/>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121900" tIns="60933" rIns="121900" bIns="60933" anchor="t" anchorCtr="0">
            <a:spAutoFit/>
          </a:bodyPr>
          <a:lstStyle/>
          <a:p>
            <a:pPr algn="ctr"/>
            <a:r>
              <a:rPr lang="ja-JP" altLang="en-US" sz="2667" b="1" dirty="0">
                <a:solidFill>
                  <a:schemeClr val="dk1"/>
                </a:solidFill>
                <a:latin typeface="MS Gothic"/>
                <a:ea typeface="MS Gothic"/>
                <a:cs typeface="MS Gothic"/>
                <a:sym typeface="MS Gothic"/>
              </a:rPr>
              <a:t>リアクト</a:t>
            </a:r>
            <a:endParaRPr sz="2400" dirty="0"/>
          </a:p>
        </p:txBody>
      </p:sp>
      <p:sp>
        <p:nvSpPr>
          <p:cNvPr id="191" name="Google Shape;191;p9"/>
          <p:cNvSpPr/>
          <p:nvPr/>
        </p:nvSpPr>
        <p:spPr>
          <a:xfrm>
            <a:off x="760859" y="4908461"/>
            <a:ext cx="2718863" cy="533489"/>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121900" tIns="60933" rIns="121900" bIns="60933" anchor="t" anchorCtr="0">
            <a:spAutoFit/>
          </a:bodyPr>
          <a:lstStyle/>
          <a:p>
            <a:pPr algn="ctr"/>
            <a:r>
              <a:rPr lang="en-US" altLang="ja-JP" sz="2667" b="1" dirty="0" err="1" smtClean="0">
                <a:solidFill>
                  <a:schemeClr val="dk1"/>
                </a:solidFill>
                <a:latin typeface="MS Gothic"/>
                <a:ea typeface="MS Gothic"/>
                <a:cs typeface="MS Gothic"/>
                <a:sym typeface="MS Gothic"/>
              </a:rPr>
              <a:t>NodeJS</a:t>
            </a:r>
            <a:endParaRPr sz="2667" b="1" dirty="0">
              <a:solidFill>
                <a:schemeClr val="dk1"/>
              </a:solidFill>
              <a:latin typeface="MS Gothic"/>
              <a:ea typeface="MS Gothic"/>
              <a:cs typeface="MS Gothic"/>
              <a:sym typeface="MS Gothic"/>
            </a:endParaRPr>
          </a:p>
        </p:txBody>
      </p:sp>
      <p:sp>
        <p:nvSpPr>
          <p:cNvPr id="192" name="Google Shape;192;p9"/>
          <p:cNvSpPr/>
          <p:nvPr/>
        </p:nvSpPr>
        <p:spPr>
          <a:xfrm>
            <a:off x="11387967" y="6216438"/>
            <a:ext cx="632643"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５</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6197403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3" name="Google Shape;223;p12"/>
          <p:cNvSpPr txBox="1">
            <a:spLocks noGrp="1"/>
          </p:cNvSpPr>
          <p:nvPr>
            <p:ph type="title"/>
          </p:nvPr>
        </p:nvSpPr>
        <p:spPr>
          <a:xfrm>
            <a:off x="960000" y="491767"/>
            <a:ext cx="10272000"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a:solidFill>
                  <a:schemeClr val="dk1"/>
                </a:solidFill>
                <a:latin typeface="MS PGothic"/>
                <a:ea typeface="MS PGothic"/>
                <a:cs typeface="MS PGothic"/>
                <a:sym typeface="MS PGothic"/>
              </a:rPr>
              <a:t>プロジェクト研究成果：</a:t>
            </a:r>
            <a:r>
              <a:rPr lang="en-US" altLang="ja-JP" sz="4800" b="1" dirty="0">
                <a:solidFill>
                  <a:schemeClr val="dk1"/>
                </a:solidFill>
                <a:latin typeface="MS PGothic"/>
                <a:ea typeface="MS PGothic"/>
                <a:cs typeface="MS PGothic"/>
                <a:sym typeface="MS PGothic"/>
              </a:rPr>
              <a:t>C</a:t>
            </a:r>
            <a:endParaRPr dirty="0"/>
          </a:p>
        </p:txBody>
      </p:sp>
      <p:cxnSp>
        <p:nvCxnSpPr>
          <p:cNvPr id="224" name="Google Shape;224;p12"/>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pic>
        <p:nvPicPr>
          <p:cNvPr id="225" name="Google Shape;225;p12"/>
          <p:cNvPicPr preferRelativeResize="0"/>
          <p:nvPr/>
        </p:nvPicPr>
        <p:blipFill rotWithShape="1">
          <a:blip r:embed="rId3">
            <a:alphaModFix/>
          </a:blip>
          <a:srcRect/>
          <a:stretch/>
        </p:blipFill>
        <p:spPr>
          <a:xfrm>
            <a:off x="1361440" y="1679023"/>
            <a:ext cx="4799501" cy="2249413"/>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226" name="Google Shape;226;p12"/>
          <p:cNvPicPr preferRelativeResize="0"/>
          <p:nvPr/>
        </p:nvPicPr>
        <p:blipFill rotWithShape="1">
          <a:blip r:embed="rId4">
            <a:alphaModFix/>
          </a:blip>
          <a:srcRect/>
          <a:stretch/>
        </p:blipFill>
        <p:spPr>
          <a:xfrm>
            <a:off x="6612632" y="1692042"/>
            <a:ext cx="4969769" cy="224671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227" name="Google Shape;227;p12"/>
          <p:cNvPicPr preferRelativeResize="0"/>
          <p:nvPr/>
        </p:nvPicPr>
        <p:blipFill rotWithShape="1">
          <a:blip r:embed="rId5">
            <a:alphaModFix/>
          </a:blip>
          <a:srcRect/>
          <a:stretch/>
        </p:blipFill>
        <p:spPr>
          <a:xfrm>
            <a:off x="6612632" y="4338960"/>
            <a:ext cx="4969769" cy="2180451"/>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228" name="Google Shape;228;p12"/>
          <p:cNvPicPr preferRelativeResize="0"/>
          <p:nvPr/>
        </p:nvPicPr>
        <p:blipFill rotWithShape="1">
          <a:blip r:embed="rId6">
            <a:alphaModFix/>
          </a:blip>
          <a:srcRect/>
          <a:stretch/>
        </p:blipFill>
        <p:spPr>
          <a:xfrm>
            <a:off x="382099" y="4836981"/>
            <a:ext cx="791852" cy="83230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229" name="Google Shape;229;p12"/>
          <p:cNvSpPr/>
          <p:nvPr/>
        </p:nvSpPr>
        <p:spPr>
          <a:xfrm>
            <a:off x="1361440" y="4340387"/>
            <a:ext cx="4799501" cy="2092826"/>
          </a:xfrm>
          <a:prstGeom prst="rect">
            <a:avLst/>
          </a:prstGeom>
          <a:solidFill>
            <a:srgbClr val="FFC000"/>
          </a:soli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121900" tIns="60933" rIns="121900" bIns="60933" anchor="t" anchorCtr="0">
            <a:spAutoFit/>
          </a:bodyPr>
          <a:lstStyle/>
          <a:p>
            <a:r>
              <a:rPr lang="ja-JP" altLang="en-US" sz="3200" b="1" dirty="0">
                <a:solidFill>
                  <a:schemeClr val="dk1"/>
                </a:solidFill>
                <a:latin typeface="ＭＳ ゴシック" panose="020B0609070205080204" pitchFamily="49" charset="-128"/>
                <a:ea typeface="ＭＳ ゴシック" panose="020B0609070205080204" pitchFamily="49" charset="-128"/>
                <a:cs typeface="Arial"/>
                <a:sym typeface="Arial"/>
              </a:rPr>
              <a:t>先生は、このプロジェクトが少数の下宿を持つ家主にも適用できると信じています。</a:t>
            </a:r>
            <a:endParaRPr sz="2400" b="1" dirty="0">
              <a:solidFill>
                <a:schemeClr val="dk1"/>
              </a:solidFill>
              <a:latin typeface="ＭＳ ゴシック" panose="020B0609070205080204" pitchFamily="49" charset="-128"/>
              <a:ea typeface="ＭＳ ゴシック" panose="020B0609070205080204" pitchFamily="49" charset="-128"/>
              <a:cs typeface="MS Gothic"/>
              <a:sym typeface="MS Gothic"/>
            </a:endParaRPr>
          </a:p>
        </p:txBody>
      </p:sp>
      <p:sp>
        <p:nvSpPr>
          <p:cNvPr id="230" name="Google Shape;230;p12"/>
          <p:cNvSpPr/>
          <p:nvPr/>
        </p:nvSpPr>
        <p:spPr>
          <a:xfrm>
            <a:off x="11480472" y="6219337"/>
            <a:ext cx="526986"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smtClean="0">
                <a:solidFill>
                  <a:srgbClr val="181818"/>
                </a:solidFill>
                <a:latin typeface="ＭＳ ゴシック" panose="020B0609070205080204" pitchFamily="49" charset="-128"/>
                <a:ea typeface="ＭＳ ゴシック" panose="020B0609070205080204" pitchFamily="49" charset="-128"/>
                <a:cs typeface="Arial"/>
                <a:sym typeface="Arial"/>
              </a:rPr>
              <a:t>６</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0634573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4"/>
          <p:cNvSpPr txBox="1">
            <a:spLocks noGrp="1"/>
          </p:cNvSpPr>
          <p:nvPr>
            <p:ph type="title"/>
          </p:nvPr>
        </p:nvSpPr>
        <p:spPr>
          <a:xfrm>
            <a:off x="960000" y="491767"/>
            <a:ext cx="10272000"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a:solidFill>
                  <a:schemeClr val="dk1"/>
                </a:solidFill>
                <a:latin typeface="MS PGothic"/>
                <a:ea typeface="MS PGothic"/>
                <a:cs typeface="MS PGothic"/>
                <a:sym typeface="MS PGothic"/>
              </a:rPr>
              <a:t>実務経験</a:t>
            </a:r>
            <a:endParaRPr dirty="0"/>
          </a:p>
        </p:txBody>
      </p:sp>
      <p:cxnSp>
        <p:nvCxnSpPr>
          <p:cNvPr id="245" name="Google Shape;245;p14"/>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sp>
        <p:nvSpPr>
          <p:cNvPr id="248" name="Google Shape;248;p14"/>
          <p:cNvSpPr txBox="1"/>
          <p:nvPr/>
        </p:nvSpPr>
        <p:spPr>
          <a:xfrm>
            <a:off x="0" y="1533237"/>
            <a:ext cx="6201581" cy="763600"/>
          </a:xfrm>
          <a:prstGeom prst="rect">
            <a:avLst/>
          </a:prstGeom>
          <a:noFill/>
          <a:ln>
            <a:noFill/>
          </a:ln>
        </p:spPr>
        <p:txBody>
          <a:bodyPr spcFirstLastPara="1" wrap="square" lIns="121900" tIns="121900" rIns="121900" bIns="121900" anchor="t" anchorCtr="0">
            <a:noAutofit/>
          </a:bodyPr>
          <a:lstStyle/>
          <a:p>
            <a:pPr algn="ctr">
              <a:buClr>
                <a:schemeClr val="dk1"/>
              </a:buClr>
              <a:buSzPts val="2500"/>
            </a:pP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1. CONTA </a:t>
            </a:r>
            <a:r>
              <a:rPr lang="ja-JP" altLang="en-US"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ベトナム </a:t>
            </a: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(1</a:t>
            </a:r>
            <a:r>
              <a:rPr lang="ja-JP" altLang="en-US"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年</a:t>
            </a: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a:t>
            </a:r>
            <a:endParaRPr sz="3733" b="1" dirty="0">
              <a:solidFill>
                <a:schemeClr val="dk1"/>
              </a:solidFill>
              <a:latin typeface="ＭＳ ゴシック" panose="020B0609070205080204" pitchFamily="49" charset="-128"/>
              <a:ea typeface="ＭＳ ゴシック" panose="020B0609070205080204" pitchFamily="49" charset="-128"/>
              <a:cs typeface="MS PGothic"/>
              <a:sym typeface="MS PGothic"/>
            </a:endParaRPr>
          </a:p>
        </p:txBody>
      </p:sp>
      <p:sp>
        <p:nvSpPr>
          <p:cNvPr id="249" name="Google Shape;249;p14"/>
          <p:cNvSpPr txBox="1"/>
          <p:nvPr/>
        </p:nvSpPr>
        <p:spPr>
          <a:xfrm>
            <a:off x="382099" y="4067893"/>
            <a:ext cx="6801021" cy="763600"/>
          </a:xfrm>
          <a:prstGeom prst="rect">
            <a:avLst/>
          </a:prstGeom>
          <a:noFill/>
          <a:ln>
            <a:noFill/>
          </a:ln>
        </p:spPr>
        <p:txBody>
          <a:bodyPr spcFirstLastPara="1" wrap="square" lIns="121900" tIns="121900" rIns="121900" bIns="121900" anchor="t" anchorCtr="0">
            <a:noAutofit/>
          </a:bodyPr>
          <a:lstStyle/>
          <a:p>
            <a:pPr algn="ctr">
              <a:buClr>
                <a:schemeClr val="dk1"/>
              </a:buClr>
              <a:buSzPts val="2500"/>
            </a:pP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2. OPTECH (</a:t>
            </a:r>
            <a:r>
              <a:rPr lang="ja-JP" altLang="en-US"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インターン </a:t>
            </a: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- 3</a:t>
            </a:r>
            <a:r>
              <a:rPr lang="ja-JP" altLang="en-US"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ヶ月</a:t>
            </a:r>
            <a:r>
              <a:rPr lang="en-US" altLang="ja-JP" sz="3733" b="1" dirty="0">
                <a:solidFill>
                  <a:schemeClr val="dk1"/>
                </a:solidFill>
                <a:latin typeface="ＭＳ ゴシック" panose="020B0609070205080204" pitchFamily="49" charset="-128"/>
                <a:ea typeface="ＭＳ ゴシック" panose="020B0609070205080204" pitchFamily="49" charset="-128"/>
                <a:cs typeface="MS PGothic"/>
                <a:sym typeface="MS PGothic"/>
              </a:rPr>
              <a:t>)</a:t>
            </a:r>
            <a:endParaRPr sz="3733" b="1" dirty="0">
              <a:solidFill>
                <a:schemeClr val="dk1"/>
              </a:solidFill>
              <a:latin typeface="ＭＳ ゴシック" panose="020B0609070205080204" pitchFamily="49" charset="-128"/>
              <a:ea typeface="ＭＳ ゴシック" panose="020B0609070205080204" pitchFamily="49" charset="-128"/>
              <a:cs typeface="MS PGothic"/>
              <a:sym typeface="MS PGothic"/>
            </a:endParaRPr>
          </a:p>
        </p:txBody>
      </p:sp>
      <p:sp>
        <p:nvSpPr>
          <p:cNvPr id="250" name="Google Shape;250;p14"/>
          <p:cNvSpPr txBox="1"/>
          <p:nvPr/>
        </p:nvSpPr>
        <p:spPr>
          <a:xfrm>
            <a:off x="382099" y="2375463"/>
            <a:ext cx="11566061" cy="1579084"/>
          </a:xfrm>
          <a:prstGeom prst="rect">
            <a:avLst/>
          </a:prstGeom>
          <a:noFill/>
          <a:ln>
            <a:noFill/>
          </a:ln>
        </p:spPr>
        <p:txBody>
          <a:bodyPr spcFirstLastPara="1" wrap="square" lIns="121900" tIns="121900" rIns="121900" bIns="121900" anchor="t" anchorCtr="0">
            <a:noAutofit/>
          </a:bodyPr>
          <a:lstStyle/>
          <a:p>
            <a:pPr marL="457189" indent="-457189" algn="just">
              <a:lnSpc>
                <a:spcPct val="150000"/>
              </a:lnSpc>
              <a:buClr>
                <a:schemeClr val="dk1"/>
              </a:buClr>
              <a:buSzPts val="2500"/>
              <a:buFont typeface="MS PGothic"/>
              <a:buChar char="➾"/>
            </a:pP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この会社で、私は自分で働く方法、顧客と仕事をする能力、仕事の時間を見積もるスキルを学びました。</a:t>
            </a:r>
            <a:endParaRPr sz="2400" dirty="0">
              <a:latin typeface="ＭＳ ゴシック" panose="020B0609070205080204" pitchFamily="49" charset="-128"/>
              <a:ea typeface="ＭＳ ゴシック" panose="020B0609070205080204" pitchFamily="49" charset="-128"/>
            </a:endParaRPr>
          </a:p>
        </p:txBody>
      </p:sp>
      <p:sp>
        <p:nvSpPr>
          <p:cNvPr id="251" name="Google Shape;251;p14"/>
          <p:cNvSpPr txBox="1"/>
          <p:nvPr/>
        </p:nvSpPr>
        <p:spPr>
          <a:xfrm>
            <a:off x="382099" y="4944839"/>
            <a:ext cx="11566061" cy="1037719"/>
          </a:xfrm>
          <a:prstGeom prst="rect">
            <a:avLst/>
          </a:prstGeom>
          <a:noFill/>
          <a:ln>
            <a:noFill/>
          </a:ln>
        </p:spPr>
        <p:txBody>
          <a:bodyPr spcFirstLastPara="1" wrap="square" lIns="121900" tIns="121900" rIns="121900" bIns="121900" anchor="t" anchorCtr="0">
            <a:noAutofit/>
          </a:bodyPr>
          <a:lstStyle/>
          <a:p>
            <a:pPr marL="457189" indent="-457189" algn="just">
              <a:lnSpc>
                <a:spcPct val="150000"/>
              </a:lnSpc>
              <a:buClr>
                <a:schemeClr val="dk1"/>
              </a:buClr>
              <a:buSzPts val="2500"/>
              <a:buFont typeface="MS PGothic"/>
              <a:buChar char="➾"/>
            </a:pPr>
            <a:r>
              <a:rPr lang="ja-JP" altLang="en-US" sz="3200" b="1" dirty="0">
                <a:solidFill>
                  <a:schemeClr val="dk1"/>
                </a:solidFill>
                <a:latin typeface="ＭＳ ゴシック" panose="020B0609070205080204" pitchFamily="49" charset="-128"/>
                <a:ea typeface="ＭＳ ゴシック" panose="020B0609070205080204" pitchFamily="49" charset="-128"/>
                <a:cs typeface="MS PGothic"/>
                <a:sym typeface="MS PGothic"/>
              </a:rPr>
              <a:t>この会社で、私はチームで働く方法を学びました。</a:t>
            </a:r>
            <a:endParaRPr sz="2400" dirty="0">
              <a:latin typeface="ＭＳ ゴシック" panose="020B0609070205080204" pitchFamily="49" charset="-128"/>
              <a:ea typeface="ＭＳ ゴシック" panose="020B0609070205080204" pitchFamily="49" charset="-128"/>
            </a:endParaRPr>
          </a:p>
        </p:txBody>
      </p:sp>
      <p:sp>
        <p:nvSpPr>
          <p:cNvPr id="252" name="Google Shape;252;p14"/>
          <p:cNvSpPr/>
          <p:nvPr/>
        </p:nvSpPr>
        <p:spPr>
          <a:xfrm>
            <a:off x="11486279" y="6225314"/>
            <a:ext cx="524027"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７</a:t>
            </a:r>
            <a:endParaRPr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41019201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6"/>
          <p:cNvSpPr txBox="1">
            <a:spLocks noGrp="1"/>
          </p:cNvSpPr>
          <p:nvPr>
            <p:ph type="title"/>
          </p:nvPr>
        </p:nvSpPr>
        <p:spPr>
          <a:xfrm>
            <a:off x="960000" y="491767"/>
            <a:ext cx="10272000"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a:latin typeface="MS Gothic"/>
                <a:ea typeface="MS Gothic"/>
                <a:cs typeface="MS Gothic"/>
                <a:sym typeface="MS Gothic"/>
              </a:rPr>
              <a:t>日本で働きたい理由</a:t>
            </a:r>
            <a:endParaRPr sz="4800" b="1" dirty="0">
              <a:solidFill>
                <a:schemeClr val="dk1"/>
              </a:solidFill>
              <a:latin typeface="MS PGothic"/>
              <a:ea typeface="MS PGothic"/>
              <a:cs typeface="MS PGothic"/>
              <a:sym typeface="MS PGothic"/>
            </a:endParaRPr>
          </a:p>
        </p:txBody>
      </p:sp>
      <p:cxnSp>
        <p:nvCxnSpPr>
          <p:cNvPr id="267" name="Google Shape;267;p16"/>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sp>
        <p:nvSpPr>
          <p:cNvPr id="270" name="Google Shape;270;p16"/>
          <p:cNvSpPr/>
          <p:nvPr/>
        </p:nvSpPr>
        <p:spPr>
          <a:xfrm>
            <a:off x="11398926" y="6225311"/>
            <a:ext cx="621437"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８</a:t>
            </a:r>
            <a:endParaRPr sz="2400" dirty="0">
              <a:latin typeface="ＭＳ ゴシック" panose="020B0609070205080204" pitchFamily="49" charset="-128"/>
              <a:ea typeface="ＭＳ ゴシック" panose="020B0609070205080204" pitchFamily="49" charset="-128"/>
            </a:endParaRPr>
          </a:p>
        </p:txBody>
      </p:sp>
      <p:pic>
        <p:nvPicPr>
          <p:cNvPr id="271" name="Google Shape;271;p16"/>
          <p:cNvPicPr preferRelativeResize="0"/>
          <p:nvPr/>
        </p:nvPicPr>
        <p:blipFill>
          <a:blip r:embed="rId3">
            <a:extLst>
              <a:ext uri="{28A0092B-C50C-407E-A947-70E740481C1C}">
                <a14:useLocalDpi xmlns:a14="http://schemas.microsoft.com/office/drawing/2010/main" val="0"/>
              </a:ext>
            </a:extLst>
          </a:blip>
          <a:stretch>
            <a:fillRect/>
          </a:stretch>
        </p:blipFill>
        <p:spPr>
          <a:xfrm>
            <a:off x="1064235" y="2187700"/>
            <a:ext cx="4952375" cy="272493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272" name="Google Shape;272;p16"/>
          <p:cNvPicPr preferRelativeResize="0"/>
          <p:nvPr/>
        </p:nvPicPr>
        <p:blipFill>
          <a:blip r:embed="rId4">
            <a:extLst>
              <a:ext uri="{28A0092B-C50C-407E-A947-70E740481C1C}">
                <a14:useLocalDpi xmlns:a14="http://schemas.microsoft.com/office/drawing/2010/main" val="0"/>
              </a:ext>
            </a:extLst>
          </a:blip>
          <a:stretch>
            <a:fillRect/>
          </a:stretch>
        </p:blipFill>
        <p:spPr>
          <a:xfrm>
            <a:off x="7821227" y="2187701"/>
            <a:ext cx="3410773" cy="274561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275" name="Google Shape;275;p16"/>
          <p:cNvSpPr/>
          <p:nvPr/>
        </p:nvSpPr>
        <p:spPr>
          <a:xfrm>
            <a:off x="960000" y="4933312"/>
            <a:ext cx="3549856" cy="451287"/>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121900" tIns="60933" rIns="121900" bIns="60933" anchor="t" anchorCtr="0">
            <a:spAutoFit/>
          </a:bodyPr>
          <a:lstStyle/>
          <a:p>
            <a:r>
              <a:rPr lang="ja-JP" altLang="en-US" sz="2133" b="1" dirty="0" smtClean="0">
                <a:solidFill>
                  <a:schemeClr val="dk1"/>
                </a:solidFill>
                <a:latin typeface="MS Gothic"/>
                <a:ea typeface="MS Gothic"/>
                <a:cs typeface="MS Gothic"/>
                <a:sym typeface="MS Gothic"/>
              </a:rPr>
              <a:t>チャンスを与えてくれる</a:t>
            </a:r>
            <a:endParaRPr sz="2133" b="1" dirty="0">
              <a:solidFill>
                <a:schemeClr val="dk1"/>
              </a:solidFill>
              <a:latin typeface="MS Gothic"/>
              <a:ea typeface="MS Gothic"/>
              <a:cs typeface="MS Gothic"/>
              <a:sym typeface="MS Gothic"/>
            </a:endParaRPr>
          </a:p>
        </p:txBody>
      </p:sp>
    </p:spTree>
    <p:extLst>
      <p:ext uri="{BB962C8B-B14F-4D97-AF65-F5344CB8AC3E}">
        <p14:creationId xmlns:p14="http://schemas.microsoft.com/office/powerpoint/2010/main" val="12899778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18"/>
          <p:cNvSpPr/>
          <p:nvPr/>
        </p:nvSpPr>
        <p:spPr>
          <a:xfrm>
            <a:off x="236870" y="5249824"/>
            <a:ext cx="3422065" cy="1269585"/>
          </a:xfrm>
          <a:prstGeom prst="rect">
            <a:avLst/>
          </a:prstGeom>
          <a:noFill/>
          <a:ln>
            <a:noFill/>
          </a:ln>
        </p:spPr>
        <p:txBody>
          <a:bodyPr spcFirstLastPara="1" wrap="square" lIns="121900" tIns="121900" rIns="121900" bIns="121900" anchor="ctr" anchorCtr="0">
            <a:noAutofit/>
          </a:bodyPr>
          <a:lstStyle/>
          <a:p>
            <a:endParaRPr sz="2400">
              <a:latin typeface="ＭＳ ゴシック" panose="020B0609070205080204" pitchFamily="49" charset="-128"/>
              <a:ea typeface="ＭＳ ゴシック" panose="020B0609070205080204" pitchFamily="49" charset="-128"/>
            </a:endParaRPr>
          </a:p>
        </p:txBody>
      </p:sp>
      <p:sp>
        <p:nvSpPr>
          <p:cNvPr id="297" name="Google Shape;297;p18"/>
          <p:cNvSpPr txBox="1"/>
          <p:nvPr/>
        </p:nvSpPr>
        <p:spPr>
          <a:xfrm>
            <a:off x="1555351" y="5150267"/>
            <a:ext cx="3422065" cy="1269585"/>
          </a:xfrm>
          <a:prstGeom prst="rect">
            <a:avLst/>
          </a:prstGeom>
          <a:noFill/>
          <a:ln>
            <a:noFill/>
          </a:ln>
        </p:spPr>
        <p:txBody>
          <a:bodyPr spcFirstLastPara="1" wrap="square" lIns="189633" tIns="189633" rIns="189633" bIns="0" anchor="t" anchorCtr="0">
            <a:noAutofit/>
          </a:bodyPr>
          <a:lstStyle/>
          <a:p>
            <a:pPr algn="ctr">
              <a:lnSpc>
                <a:spcPct val="90000"/>
              </a:lnSpc>
              <a:buClr>
                <a:srgbClr val="000000"/>
              </a:buClr>
              <a:buSzPts val="2000"/>
            </a:pPr>
            <a:r>
              <a:rPr lang="ja-JP" altLang="en-US" sz="2667" dirty="0">
                <a:solidFill>
                  <a:srgbClr val="000000"/>
                </a:solidFill>
                <a:latin typeface="ＭＳ ゴシック" panose="020B0609070205080204" pitchFamily="49" charset="-128"/>
                <a:ea typeface="ＭＳ ゴシック" panose="020B0609070205080204" pitchFamily="49" charset="-128"/>
                <a:cs typeface="Arial"/>
                <a:sym typeface="Arial"/>
              </a:rPr>
              <a:t>私の経験に合っています</a:t>
            </a:r>
            <a:endParaRPr sz="2667" dirty="0">
              <a:solidFill>
                <a:srgbClr val="000000"/>
              </a:solidFill>
              <a:latin typeface="ＭＳ ゴシック" panose="020B0609070205080204" pitchFamily="49" charset="-128"/>
              <a:ea typeface="ＭＳ ゴシック" panose="020B0609070205080204" pitchFamily="49" charset="-128"/>
              <a:cs typeface="Arial"/>
              <a:sym typeface="Arial"/>
            </a:endParaRPr>
          </a:p>
        </p:txBody>
      </p:sp>
      <p:sp>
        <p:nvSpPr>
          <p:cNvPr id="299" name="Google Shape;299;p18"/>
          <p:cNvSpPr/>
          <p:nvPr/>
        </p:nvSpPr>
        <p:spPr>
          <a:xfrm>
            <a:off x="4001285" y="5249824"/>
            <a:ext cx="4189429" cy="1269585"/>
          </a:xfrm>
          <a:prstGeom prst="rect">
            <a:avLst/>
          </a:prstGeom>
          <a:noFill/>
          <a:ln>
            <a:noFill/>
          </a:ln>
        </p:spPr>
        <p:txBody>
          <a:bodyPr spcFirstLastPara="1" wrap="square" lIns="121900" tIns="121900" rIns="121900" bIns="121900" anchor="ctr" anchorCtr="0">
            <a:noAutofit/>
          </a:bodyPr>
          <a:lstStyle/>
          <a:p>
            <a:endParaRPr sz="2400">
              <a:latin typeface="ＭＳ ゴシック" panose="020B0609070205080204" pitchFamily="49" charset="-128"/>
              <a:ea typeface="ＭＳ ゴシック" panose="020B0609070205080204" pitchFamily="49" charset="-128"/>
            </a:endParaRPr>
          </a:p>
        </p:txBody>
      </p:sp>
      <p:sp>
        <p:nvSpPr>
          <p:cNvPr id="300" name="Google Shape;300;p18"/>
          <p:cNvSpPr txBox="1"/>
          <p:nvPr/>
        </p:nvSpPr>
        <p:spPr>
          <a:xfrm>
            <a:off x="7273979" y="5221060"/>
            <a:ext cx="3769634" cy="680459"/>
          </a:xfrm>
          <a:prstGeom prst="rect">
            <a:avLst/>
          </a:prstGeom>
          <a:noFill/>
          <a:ln>
            <a:noFill/>
          </a:ln>
        </p:spPr>
        <p:txBody>
          <a:bodyPr spcFirstLastPara="1" wrap="square" lIns="189633" tIns="189633" rIns="189633" bIns="0" anchor="t" anchorCtr="0">
            <a:noAutofit/>
          </a:bodyPr>
          <a:lstStyle/>
          <a:p>
            <a:pPr algn="ctr">
              <a:lnSpc>
                <a:spcPct val="90000"/>
              </a:lnSpc>
              <a:buClr>
                <a:srgbClr val="000000"/>
              </a:buClr>
              <a:buSzPts val="2000"/>
            </a:pPr>
            <a:r>
              <a:rPr lang="ja-JP" altLang="en-US" sz="2667" dirty="0">
                <a:solidFill>
                  <a:srgbClr val="000000"/>
                </a:solidFill>
                <a:latin typeface="ＭＳ ゴシック" panose="020B0609070205080204" pitchFamily="49" charset="-128"/>
                <a:ea typeface="ＭＳ ゴシック" panose="020B0609070205080204" pitchFamily="49" charset="-128"/>
                <a:cs typeface="Arial"/>
                <a:sym typeface="Arial"/>
              </a:rPr>
              <a:t>家賃</a:t>
            </a:r>
            <a:r>
              <a:rPr lang="ja-JP" altLang="en-US" sz="2667" dirty="0" smtClean="0">
                <a:solidFill>
                  <a:srgbClr val="000000"/>
                </a:solidFill>
                <a:latin typeface="ＭＳ ゴシック" panose="020B0609070205080204" pitchFamily="49" charset="-128"/>
                <a:ea typeface="ＭＳ ゴシック" panose="020B0609070205080204" pitchFamily="49" charset="-128"/>
                <a:cs typeface="Arial"/>
                <a:sym typeface="Arial"/>
              </a:rPr>
              <a:t>が安い</a:t>
            </a:r>
            <a:r>
              <a:rPr lang="ja-JP" altLang="en-US" sz="2667" dirty="0">
                <a:solidFill>
                  <a:srgbClr val="000000"/>
                </a:solidFill>
                <a:latin typeface="ＭＳ ゴシック" panose="020B0609070205080204" pitchFamily="49" charset="-128"/>
                <a:ea typeface="ＭＳ ゴシック" panose="020B0609070205080204" pitchFamily="49" charset="-128"/>
                <a:cs typeface="Arial"/>
                <a:sym typeface="Arial"/>
              </a:rPr>
              <a:t>です</a:t>
            </a:r>
            <a:endParaRPr sz="2667"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p:txBody>
      </p:sp>
      <p:sp>
        <p:nvSpPr>
          <p:cNvPr id="304" name="Google Shape;304;p18"/>
          <p:cNvSpPr txBox="1">
            <a:spLocks noGrp="1"/>
          </p:cNvSpPr>
          <p:nvPr>
            <p:ph type="title"/>
          </p:nvPr>
        </p:nvSpPr>
        <p:spPr>
          <a:xfrm>
            <a:off x="960000" y="491767"/>
            <a:ext cx="10272000"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a:latin typeface="MS Gothic"/>
                <a:ea typeface="MS Gothic"/>
                <a:cs typeface="MS Gothic"/>
                <a:sym typeface="MS Gothic"/>
              </a:rPr>
              <a:t>御社志望理由</a:t>
            </a:r>
            <a:endParaRPr sz="4800" b="1" dirty="0">
              <a:solidFill>
                <a:schemeClr val="dk1"/>
              </a:solidFill>
              <a:latin typeface="MS PGothic"/>
              <a:ea typeface="MS PGothic"/>
              <a:cs typeface="MS PGothic"/>
              <a:sym typeface="MS PGothic"/>
            </a:endParaRPr>
          </a:p>
        </p:txBody>
      </p:sp>
      <p:cxnSp>
        <p:nvCxnSpPr>
          <p:cNvPr id="305" name="Google Shape;305;p18"/>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sp>
        <p:nvSpPr>
          <p:cNvPr id="306" name="Google Shape;306;p18"/>
          <p:cNvSpPr/>
          <p:nvPr/>
        </p:nvSpPr>
        <p:spPr>
          <a:xfrm>
            <a:off x="11381173" y="6223732"/>
            <a:ext cx="630559"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en-US" altLang="ja-JP" sz="3200" b="1" dirty="0" smtClean="0">
                <a:solidFill>
                  <a:srgbClr val="181818"/>
                </a:solidFill>
                <a:latin typeface="ＭＳ ゴシック" panose="020B0609070205080204" pitchFamily="49" charset="-128"/>
                <a:ea typeface="ＭＳ ゴシック" panose="020B0609070205080204" pitchFamily="49" charset="-128"/>
                <a:cs typeface="Arial"/>
                <a:sym typeface="Arial"/>
              </a:rPr>
              <a:t>9</a:t>
            </a:r>
            <a:endParaRPr sz="2400" dirty="0">
              <a:latin typeface="ＭＳ ゴシック" panose="020B0609070205080204" pitchFamily="49" charset="-128"/>
              <a:ea typeface="ＭＳ ゴシック" panose="020B0609070205080204" pitchFamily="49" charset="-128"/>
            </a:endParaRPr>
          </a:p>
        </p:txBody>
      </p:sp>
      <p:pic>
        <p:nvPicPr>
          <p:cNvPr id="3" name="図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50458" y="2606086"/>
            <a:ext cx="3216676" cy="2412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図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2877" y="2606086"/>
            <a:ext cx="3444539" cy="2383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93798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0"/>
          <p:cNvSpPr txBox="1">
            <a:spLocks noGrp="1"/>
          </p:cNvSpPr>
          <p:nvPr>
            <p:ph type="title"/>
          </p:nvPr>
        </p:nvSpPr>
        <p:spPr>
          <a:xfrm>
            <a:off x="4026333" y="491767"/>
            <a:ext cx="4139335" cy="763600"/>
          </a:xfrm>
          <a:prstGeom prst="rect">
            <a:avLst/>
          </a:prstGeom>
          <a:noFill/>
          <a:ln>
            <a:noFill/>
          </a:ln>
        </p:spPr>
        <p:txBody>
          <a:bodyPr spcFirstLastPara="1" vert="horz" wrap="square" lIns="121900" tIns="121900" rIns="121900" bIns="121900" rtlCol="0" anchor="t" anchorCtr="0">
            <a:noAutofit/>
          </a:bodyPr>
          <a:lstStyle/>
          <a:p>
            <a:pPr algn="ctr"/>
            <a:r>
              <a:rPr lang="ja-JP" altLang="en-US" sz="4800" b="1" dirty="0" smtClean="0">
                <a:latin typeface="MS Gothic"/>
                <a:ea typeface="MS Gothic"/>
                <a:cs typeface="MS Gothic"/>
                <a:sym typeface="MS Gothic"/>
              </a:rPr>
              <a:t>目標</a:t>
            </a:r>
            <a:endParaRPr sz="4800" b="1" dirty="0">
              <a:solidFill>
                <a:schemeClr val="dk1"/>
              </a:solidFill>
              <a:latin typeface="MS PGothic"/>
              <a:ea typeface="MS PGothic"/>
              <a:cs typeface="MS PGothic"/>
              <a:sym typeface="MS PGothic"/>
            </a:endParaRPr>
          </a:p>
        </p:txBody>
      </p:sp>
      <p:cxnSp>
        <p:nvCxnSpPr>
          <p:cNvPr id="321" name="Google Shape;321;p20"/>
          <p:cNvCxnSpPr/>
          <p:nvPr/>
        </p:nvCxnSpPr>
        <p:spPr>
          <a:xfrm>
            <a:off x="2466800" y="1394301"/>
            <a:ext cx="7258400" cy="0"/>
          </a:xfrm>
          <a:prstGeom prst="straightConnector1">
            <a:avLst/>
          </a:prstGeom>
          <a:noFill/>
          <a:ln w="19050" cap="flat" cmpd="sng">
            <a:solidFill>
              <a:schemeClr val="dk1"/>
            </a:solidFill>
            <a:prstDash val="solid"/>
            <a:round/>
            <a:headEnd type="none" w="sm" len="sm"/>
            <a:tailEnd type="none" w="sm" len="sm"/>
          </a:ln>
        </p:spPr>
      </p:cxnSp>
      <p:sp>
        <p:nvSpPr>
          <p:cNvPr id="324" name="Google Shape;324;p20"/>
          <p:cNvSpPr/>
          <p:nvPr/>
        </p:nvSpPr>
        <p:spPr>
          <a:xfrm>
            <a:off x="182880" y="1887220"/>
            <a:ext cx="11826240" cy="224640"/>
          </a:xfrm>
          <a:prstGeom prst="rect">
            <a:avLst/>
          </a:prstGeom>
          <a:solidFill>
            <a:schemeClr val="dk1"/>
          </a:solidFill>
          <a:ln>
            <a:noFill/>
          </a:ln>
        </p:spPr>
        <p:txBody>
          <a:bodyPr spcFirstLastPara="1" wrap="square" lIns="121900" tIns="60933" rIns="121900" bIns="60933" anchor="ctr" anchorCtr="0">
            <a:noAutofit/>
          </a:bodyPr>
          <a:lstStyle/>
          <a:p>
            <a:pPr algn="ctr"/>
            <a:endParaRPr sz="1400">
              <a:solidFill>
                <a:schemeClr val="lt1"/>
              </a:solidFill>
              <a:latin typeface="Arial"/>
              <a:ea typeface="Arial"/>
              <a:cs typeface="Arial"/>
              <a:sym typeface="Arial"/>
            </a:endParaRPr>
          </a:p>
        </p:txBody>
      </p:sp>
      <p:sp>
        <p:nvSpPr>
          <p:cNvPr id="325" name="Google Shape;325;p20"/>
          <p:cNvSpPr/>
          <p:nvPr/>
        </p:nvSpPr>
        <p:spPr>
          <a:xfrm>
            <a:off x="4271982" y="1972946"/>
            <a:ext cx="135660" cy="1476693"/>
          </a:xfrm>
          <a:prstGeom prst="ellipse">
            <a:avLst/>
          </a:prstGeom>
          <a:noFill/>
          <a:ln w="1905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26" name="Google Shape;326;p20"/>
          <p:cNvSpPr/>
          <p:nvPr/>
        </p:nvSpPr>
        <p:spPr>
          <a:xfrm>
            <a:off x="3300721" y="3387725"/>
            <a:ext cx="2078183" cy="2743200"/>
          </a:xfrm>
          <a:prstGeom prst="roundRect">
            <a:avLst>
              <a:gd name="adj" fmla="val 6667"/>
            </a:avLst>
          </a:prstGeom>
          <a:solidFill>
            <a:srgbClr val="E54F47"/>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dirty="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27" name="Google Shape;327;p20"/>
          <p:cNvSpPr/>
          <p:nvPr/>
        </p:nvSpPr>
        <p:spPr>
          <a:xfrm>
            <a:off x="4189721" y="3222625"/>
            <a:ext cx="300183" cy="330200"/>
          </a:xfrm>
          <a:prstGeom prst="ellipse">
            <a:avLst/>
          </a:prstGeom>
          <a:solidFill>
            <a:schemeClr val="dk1"/>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28" name="Google Shape;328;p20"/>
          <p:cNvSpPr/>
          <p:nvPr/>
        </p:nvSpPr>
        <p:spPr>
          <a:xfrm>
            <a:off x="4262792" y="3303004"/>
            <a:ext cx="154041" cy="169445"/>
          </a:xfrm>
          <a:prstGeom prst="ellipse">
            <a:avLst/>
          </a:prstGeom>
          <a:solidFill>
            <a:schemeClr val="lt1"/>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29" name="Google Shape;329;p20"/>
          <p:cNvSpPr/>
          <p:nvPr/>
        </p:nvSpPr>
        <p:spPr>
          <a:xfrm>
            <a:off x="3508538" y="3616325"/>
            <a:ext cx="1662547" cy="2286000"/>
          </a:xfrm>
          <a:prstGeom prst="roundRect">
            <a:avLst>
              <a:gd name="adj" fmla="val 6667"/>
            </a:avLst>
          </a:prstGeom>
          <a:gradFill>
            <a:gsLst>
              <a:gs pos="0">
                <a:schemeClr val="lt1"/>
              </a:gs>
              <a:gs pos="100000">
                <a:srgbClr val="B7B7B7"/>
              </a:gs>
            </a:gsLst>
            <a:lin ang="2700000" scaled="0"/>
          </a:gradFill>
          <a:ln>
            <a:noFill/>
          </a:ln>
        </p:spPr>
        <p:txBody>
          <a:bodyPr spcFirstLastPara="1" wrap="square" lIns="121900" tIns="60933" rIns="121900" bIns="60933" anchor="ctr" anchorCtr="0">
            <a:noAutofit/>
          </a:bodyPr>
          <a:lstStyle/>
          <a:p>
            <a:pPr algn="ctr"/>
            <a:endParaRPr sz="1400" dirty="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30" name="Google Shape;330;p20"/>
          <p:cNvSpPr/>
          <p:nvPr/>
        </p:nvSpPr>
        <p:spPr>
          <a:xfrm>
            <a:off x="7933229" y="1972946"/>
            <a:ext cx="135660" cy="1852613"/>
          </a:xfrm>
          <a:prstGeom prst="ellipse">
            <a:avLst/>
          </a:prstGeom>
          <a:noFill/>
          <a:ln w="1905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31" name="Google Shape;331;p20"/>
          <p:cNvSpPr/>
          <p:nvPr/>
        </p:nvSpPr>
        <p:spPr>
          <a:xfrm>
            <a:off x="6961967" y="3763645"/>
            <a:ext cx="2078183" cy="2743200"/>
          </a:xfrm>
          <a:prstGeom prst="roundRect">
            <a:avLst>
              <a:gd name="adj" fmla="val 6667"/>
            </a:avLst>
          </a:prstGeom>
          <a:solidFill>
            <a:srgbClr val="FB942F"/>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dirty="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32" name="Google Shape;332;p20"/>
          <p:cNvSpPr/>
          <p:nvPr/>
        </p:nvSpPr>
        <p:spPr>
          <a:xfrm>
            <a:off x="7850967" y="3598545"/>
            <a:ext cx="300183" cy="330200"/>
          </a:xfrm>
          <a:prstGeom prst="ellipse">
            <a:avLst/>
          </a:prstGeom>
          <a:solidFill>
            <a:schemeClr val="dk1"/>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33" name="Google Shape;333;p20"/>
          <p:cNvSpPr/>
          <p:nvPr/>
        </p:nvSpPr>
        <p:spPr>
          <a:xfrm>
            <a:off x="7924040" y="3678924"/>
            <a:ext cx="154041" cy="169445"/>
          </a:xfrm>
          <a:prstGeom prst="ellipse">
            <a:avLst/>
          </a:prstGeom>
          <a:solidFill>
            <a:schemeClr val="lt1"/>
          </a:solidFill>
          <a:ln>
            <a:noFill/>
          </a:ln>
          <a:effectLst>
            <a:outerShdw blurRad="127000" dist="63500" dir="2700000" algn="tl" rotWithShape="0">
              <a:srgbClr val="000000">
                <a:alpha val="20000"/>
              </a:srgbClr>
            </a:outerShdw>
          </a:effectLst>
        </p:spPr>
        <p:txBody>
          <a:bodyPr spcFirstLastPara="1" wrap="square" lIns="121900" tIns="60933" rIns="121900" bIns="60933" anchor="ctr" anchorCtr="0">
            <a:noAutofit/>
          </a:bodyPr>
          <a:lstStyle/>
          <a:p>
            <a:pPr algn="ctr"/>
            <a:endParaRPr sz="140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34" name="Google Shape;334;p20"/>
          <p:cNvSpPr/>
          <p:nvPr/>
        </p:nvSpPr>
        <p:spPr>
          <a:xfrm>
            <a:off x="7169785" y="3992245"/>
            <a:ext cx="1662547" cy="2286000"/>
          </a:xfrm>
          <a:prstGeom prst="roundRect">
            <a:avLst>
              <a:gd name="adj" fmla="val 6667"/>
            </a:avLst>
          </a:prstGeom>
          <a:gradFill>
            <a:gsLst>
              <a:gs pos="0">
                <a:schemeClr val="lt1"/>
              </a:gs>
              <a:gs pos="100000">
                <a:srgbClr val="B7B7B7"/>
              </a:gs>
            </a:gsLst>
            <a:lin ang="2700000" scaled="0"/>
          </a:gradFill>
          <a:ln>
            <a:noFill/>
          </a:ln>
        </p:spPr>
        <p:txBody>
          <a:bodyPr spcFirstLastPara="1" wrap="square" lIns="121900" tIns="60933" rIns="121900" bIns="60933" anchor="ctr" anchorCtr="0">
            <a:noAutofit/>
          </a:bodyPr>
          <a:lstStyle/>
          <a:p>
            <a:pPr algn="ctr"/>
            <a:endParaRPr sz="1400" dirty="0">
              <a:solidFill>
                <a:schemeClr val="lt1"/>
              </a:solidFill>
              <a:latin typeface="ＭＳ ゴシック" panose="020B0609070205080204" pitchFamily="49" charset="-128"/>
              <a:ea typeface="ＭＳ ゴシック" panose="020B0609070205080204" pitchFamily="49" charset="-128"/>
              <a:cs typeface="Arial"/>
              <a:sym typeface="Arial"/>
            </a:endParaRPr>
          </a:p>
        </p:txBody>
      </p:sp>
      <p:sp>
        <p:nvSpPr>
          <p:cNvPr id="350" name="Google Shape;350;p20"/>
          <p:cNvSpPr/>
          <p:nvPr/>
        </p:nvSpPr>
        <p:spPr>
          <a:xfrm>
            <a:off x="3551790" y="3642730"/>
            <a:ext cx="1619295" cy="1841155"/>
          </a:xfrm>
          <a:prstGeom prst="rect">
            <a:avLst/>
          </a:prstGeom>
          <a:noFill/>
          <a:ln>
            <a:noFill/>
          </a:ln>
        </p:spPr>
        <p:txBody>
          <a:bodyPr spcFirstLastPara="1" wrap="square" lIns="121900" tIns="60933" rIns="121900" bIns="60933" anchor="t" anchorCtr="0">
            <a:spAutoFit/>
          </a:bodyPr>
          <a:lstStyle/>
          <a:p>
            <a:pPr algn="just">
              <a:spcBef>
                <a:spcPts val="600"/>
              </a:spcBef>
            </a:pPr>
            <a:r>
              <a:rPr lang="en-US" altLang="ja-JP" sz="2133" dirty="0" smtClean="0">
                <a:solidFill>
                  <a:srgbClr val="000000"/>
                </a:solidFill>
                <a:latin typeface="ＭＳ ゴシック" panose="020B0609070205080204" pitchFamily="49" charset="-128"/>
                <a:ea typeface="ＭＳ ゴシック" panose="020B0609070205080204" pitchFamily="49" charset="-128"/>
                <a:cs typeface="MS Gothic"/>
                <a:sym typeface="MS Gothic"/>
              </a:rPr>
              <a:t>+ </a:t>
            </a:r>
            <a:r>
              <a:rPr lang="ja-JP" altLang="en-US" sz="2133" dirty="0" smtClean="0">
                <a:solidFill>
                  <a:srgbClr val="000000"/>
                </a:solidFill>
                <a:latin typeface="ＭＳ ゴシック" panose="020B0609070205080204" pitchFamily="49" charset="-128"/>
                <a:ea typeface="ＭＳ ゴシック" panose="020B0609070205080204" pitchFamily="49" charset="-128"/>
                <a:cs typeface="MS Gothic"/>
                <a:sym typeface="MS Gothic"/>
              </a:rPr>
              <a:t>日本</a:t>
            </a:r>
            <a:r>
              <a:rPr lang="ja-JP" altLang="en-US" sz="2133" dirty="0">
                <a:solidFill>
                  <a:srgbClr val="000000"/>
                </a:solidFill>
                <a:latin typeface="ＭＳ ゴシック" panose="020B0609070205080204" pitchFamily="49" charset="-128"/>
                <a:ea typeface="ＭＳ ゴシック" panose="020B0609070205080204" pitchFamily="49" charset="-128"/>
                <a:cs typeface="MS Gothic"/>
                <a:sym typeface="MS Gothic"/>
              </a:rPr>
              <a:t>の生活や仕事に慣れます。 </a:t>
            </a:r>
            <a:r>
              <a:rPr lang="en-US" altLang="ja-JP" sz="2133" dirty="0" smtClean="0">
                <a:solidFill>
                  <a:srgbClr val="000000"/>
                </a:solidFill>
                <a:latin typeface="ＭＳ ゴシック" panose="020B0609070205080204" pitchFamily="49" charset="-128"/>
                <a:ea typeface="ＭＳ ゴシック" panose="020B0609070205080204" pitchFamily="49" charset="-128"/>
                <a:cs typeface="MS Gothic"/>
                <a:sym typeface="MS Gothic"/>
              </a:rPr>
              <a:t>+ N2 </a:t>
            </a:r>
            <a:r>
              <a:rPr lang="en-US" altLang="ja-JP" sz="2133" dirty="0">
                <a:solidFill>
                  <a:srgbClr val="000000"/>
                </a:solidFill>
                <a:latin typeface="ＭＳ ゴシック" panose="020B0609070205080204" pitchFamily="49" charset="-128"/>
                <a:ea typeface="ＭＳ ゴシック" panose="020B0609070205080204" pitchFamily="49" charset="-128"/>
                <a:cs typeface="MS Gothic"/>
                <a:sym typeface="MS Gothic"/>
              </a:rPr>
              <a:t>JLPT</a:t>
            </a:r>
            <a:r>
              <a:rPr lang="ja-JP" altLang="en-US" sz="2133" dirty="0">
                <a:solidFill>
                  <a:srgbClr val="000000"/>
                </a:solidFill>
                <a:latin typeface="ＭＳ ゴシック" panose="020B0609070205080204" pitchFamily="49" charset="-128"/>
                <a:ea typeface="ＭＳ ゴシック" panose="020B0609070205080204" pitchFamily="49" charset="-128"/>
                <a:cs typeface="MS Gothic"/>
                <a:sym typeface="MS Gothic"/>
              </a:rPr>
              <a:t>取得目指す。</a:t>
            </a:r>
            <a:endParaRPr sz="2133"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p:txBody>
      </p:sp>
      <p:sp>
        <p:nvSpPr>
          <p:cNvPr id="351" name="Google Shape;351;p20"/>
          <p:cNvSpPr/>
          <p:nvPr/>
        </p:nvSpPr>
        <p:spPr>
          <a:xfrm>
            <a:off x="7169785" y="4146086"/>
            <a:ext cx="1619295" cy="1841155"/>
          </a:xfrm>
          <a:prstGeom prst="rect">
            <a:avLst/>
          </a:prstGeom>
          <a:noFill/>
          <a:ln>
            <a:noFill/>
          </a:ln>
        </p:spPr>
        <p:txBody>
          <a:bodyPr spcFirstLastPara="1" wrap="square" lIns="121900" tIns="60933" rIns="121900" bIns="60933" anchor="t" anchorCtr="0">
            <a:spAutoFit/>
          </a:bodyPr>
          <a:lstStyle/>
          <a:p>
            <a:pPr algn="ctr">
              <a:spcBef>
                <a:spcPts val="600"/>
              </a:spcBef>
            </a:pPr>
            <a:r>
              <a:rPr lang="ja-JP" altLang="en-US" sz="2133" dirty="0" smtClean="0">
                <a:solidFill>
                  <a:srgbClr val="000000"/>
                </a:solidFill>
                <a:latin typeface="ＭＳ ゴシック" panose="020B0609070205080204" pitchFamily="49" charset="-128"/>
                <a:ea typeface="ＭＳ ゴシック" panose="020B0609070205080204" pitchFamily="49" charset="-128"/>
                <a:cs typeface="MS Gothic"/>
                <a:sym typeface="MS Gothic"/>
              </a:rPr>
              <a:t>自分</a:t>
            </a:r>
            <a:r>
              <a:rPr lang="ja-JP" altLang="en-US" sz="2133" dirty="0">
                <a:solidFill>
                  <a:srgbClr val="000000"/>
                </a:solidFill>
                <a:latin typeface="ＭＳ ゴシック" panose="020B0609070205080204" pitchFamily="49" charset="-128"/>
                <a:ea typeface="ＭＳ ゴシック" panose="020B0609070205080204" pitchFamily="49" charset="-128"/>
                <a:cs typeface="MS Gothic"/>
                <a:sym typeface="MS Gothic"/>
              </a:rPr>
              <a:t>で仕事ができ、後輩に教えるようになります。</a:t>
            </a:r>
            <a:endParaRPr sz="2133" dirty="0">
              <a:solidFill>
                <a:srgbClr val="000000"/>
              </a:solidFill>
              <a:latin typeface="ＭＳ ゴシック" panose="020B0609070205080204" pitchFamily="49" charset="-128"/>
              <a:ea typeface="ＭＳ ゴシック" panose="020B0609070205080204" pitchFamily="49" charset="-128"/>
              <a:cs typeface="MS Gothic"/>
              <a:sym typeface="MS Gothic"/>
            </a:endParaRPr>
          </a:p>
        </p:txBody>
      </p:sp>
      <p:sp>
        <p:nvSpPr>
          <p:cNvPr id="355" name="Google Shape;355;p20"/>
          <p:cNvSpPr/>
          <p:nvPr/>
        </p:nvSpPr>
        <p:spPr>
          <a:xfrm>
            <a:off x="11254274" y="6219705"/>
            <a:ext cx="754846" cy="42775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21900" tIns="60933" rIns="121900" bIns="60933" anchor="ctr" anchorCtr="0">
            <a:noAutofit/>
          </a:bodyPr>
          <a:lstStyle/>
          <a:p>
            <a:pPr algn="ctr"/>
            <a:r>
              <a:rPr lang="ja-JP" altLang="en-US" b="1" dirty="0" smtClean="0">
                <a:solidFill>
                  <a:srgbClr val="181818"/>
                </a:solidFill>
                <a:latin typeface="ＭＳ ゴシック" panose="020B0609070205080204" pitchFamily="49" charset="-128"/>
                <a:ea typeface="ＭＳ ゴシック" panose="020B0609070205080204" pitchFamily="49" charset="-128"/>
                <a:cs typeface="Arial"/>
                <a:sym typeface="Arial"/>
              </a:rPr>
              <a:t>１０</a:t>
            </a:r>
            <a:endParaRPr sz="1400" b="1"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9120490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3" name="Google Shape;363;p21"/>
          <p:cNvSpPr txBox="1">
            <a:spLocks noGrp="1"/>
          </p:cNvSpPr>
          <p:nvPr>
            <p:ph type="title"/>
          </p:nvPr>
        </p:nvSpPr>
        <p:spPr>
          <a:xfrm>
            <a:off x="828158" y="2716960"/>
            <a:ext cx="10535685" cy="1424081"/>
          </a:xfrm>
          <a:prstGeom prst="rect">
            <a:avLst/>
          </a:prstGeom>
          <a:gradFill>
            <a:gsLst>
              <a:gs pos="0">
                <a:srgbClr val="BBBBC3"/>
              </a:gs>
              <a:gs pos="35000">
                <a:srgbClr val="CFCFD5"/>
              </a:gs>
              <a:gs pos="100000">
                <a:srgbClr val="EEEEEE"/>
              </a:gs>
            </a:gsLst>
            <a:lin ang="16200000" scaled="0"/>
          </a:gradFill>
          <a:ln w="9525" cap="flat" cmpd="sng">
            <a:solidFill>
              <a:srgbClr val="3C3F50"/>
            </a:solidFill>
            <a:prstDash val="solid"/>
            <a:round/>
            <a:headEnd type="none" w="sm" len="sm"/>
            <a:tailEnd type="none" w="sm" len="sm"/>
          </a:ln>
          <a:effectLst>
            <a:outerShdw blurRad="40000" dist="20000" dir="5400000" rotWithShape="0">
              <a:srgbClr val="000000">
                <a:alpha val="37647"/>
              </a:srgbClr>
            </a:outerShdw>
          </a:effectLst>
        </p:spPr>
        <p:txBody>
          <a:bodyPr spcFirstLastPara="1" vert="horz" wrap="square" lIns="121900" tIns="121900" rIns="121900" bIns="121900" rtlCol="0" anchor="t" anchorCtr="0">
            <a:noAutofit/>
          </a:bodyPr>
          <a:lstStyle/>
          <a:p>
            <a:pPr algn="ctr"/>
            <a:r>
              <a:rPr lang="ja-JP" altLang="en-US" sz="7200" b="1" dirty="0">
                <a:solidFill>
                  <a:schemeClr val="dk1"/>
                </a:solidFill>
                <a:latin typeface="MS Gothic"/>
                <a:ea typeface="MS Gothic"/>
                <a:cs typeface="MS Gothic"/>
                <a:sym typeface="MS Gothic"/>
              </a:rPr>
              <a:t>ありがとうございました</a:t>
            </a:r>
            <a:endParaRPr dirty="0"/>
          </a:p>
        </p:txBody>
      </p:sp>
    </p:spTree>
    <p:extLst>
      <p:ext uri="{BB962C8B-B14F-4D97-AF65-F5344CB8AC3E}">
        <p14:creationId xmlns:p14="http://schemas.microsoft.com/office/powerpoint/2010/main" val="10306540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243</Words>
  <Application>Microsoft Office PowerPoint</Application>
  <PresentationFormat>ワイド画面</PresentationFormat>
  <Paragraphs>56</Paragraphs>
  <Slides>12</Slides>
  <Notes>12</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12</vt:i4>
      </vt:variant>
    </vt:vector>
  </HeadingPairs>
  <TitlesOfParts>
    <vt:vector size="23" baseType="lpstr">
      <vt:lpstr>Darker Grotesque SemiBold</vt:lpstr>
      <vt:lpstr>Livvic</vt:lpstr>
      <vt:lpstr>MS PGothic</vt:lpstr>
      <vt:lpstr>MS Gothic</vt:lpstr>
      <vt:lpstr>MS Gothic</vt:lpstr>
      <vt:lpstr>游ゴシック</vt:lpstr>
      <vt:lpstr>游ゴシック Light</vt:lpstr>
      <vt:lpstr>Arial</vt:lpstr>
      <vt:lpstr>Arimo</vt:lpstr>
      <vt:lpstr>Questrial</vt:lpstr>
      <vt:lpstr>Office テーマ</vt:lpstr>
      <vt:lpstr>自己紹介 レ・ミン・フイ</vt:lpstr>
      <vt:lpstr>基本情報</vt:lpstr>
      <vt:lpstr>1. 基本情報</vt:lpstr>
      <vt:lpstr>2. 大学時代</vt:lpstr>
      <vt:lpstr>卒業プロジェクト:  賃貸下宿管理ウェブサイト</vt:lpstr>
      <vt:lpstr>言語とライブラリ</vt:lpstr>
      <vt:lpstr>プロジェクト研究成果：C</vt:lpstr>
      <vt:lpstr>実務経験</vt:lpstr>
      <vt:lpstr>日本で働きたい理由</vt:lpstr>
      <vt:lpstr>御社志望理由</vt:lpstr>
      <vt:lpstr>目標</vt:lpstr>
      <vt:lpstr>ありがとうございました</vt:lpstr>
    </vt:vector>
  </TitlesOfParts>
  <Company>三協立山株式会社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情報システム統括室</dc:creator>
  <cp:lastModifiedBy>情報システム統括室</cp:lastModifiedBy>
  <cp:revision>16</cp:revision>
  <dcterms:created xsi:type="dcterms:W3CDTF">2025-11-07T00:22:52Z</dcterms:created>
  <dcterms:modified xsi:type="dcterms:W3CDTF">2025-11-07T05:40:24Z</dcterms:modified>
</cp:coreProperties>
</file>